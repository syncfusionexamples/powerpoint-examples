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5F050-2B7F-6F70-97A3-E9A4B12DE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AF48E0-DDA4-A233-B2BD-4B3765846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4F824-3B49-E6BB-F892-3312612F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31E6-D0A2-472B-A3D5-3DE3748F20D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3121E-5B90-23F5-E6F4-235D02E07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D62FD-DDE5-6E2A-C3B6-33BC629E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1EEB-A080-454D-86FA-3FAAC67A3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85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9B483-F2E0-6C54-EF28-1EA72C506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A4E6D-C039-EE55-77EC-57B998BE3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97438-0802-C531-F6C0-598191A35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31E6-D0A2-472B-A3D5-3DE3748F20D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178B0-1F87-AFCB-F9EA-253C5976A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B3530-790D-66FF-311E-B9A3E0CD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1EEB-A080-454D-86FA-3FAAC67A3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79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E30C-992B-0CC9-535D-CE6FFA476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FF8AE-4258-CC0F-1297-AE6598DF4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B1F4D-4775-D4B9-E157-69014A17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31E6-D0A2-472B-A3D5-3DE3748F20D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6BB47-A81A-AE45-8343-CB2C3AFDA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CA436-B39C-93E7-987F-83AB44F86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1EEB-A080-454D-86FA-3FAAC67A3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3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DAE3-4976-A58D-F997-2F6AD782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1F3CD-D9A0-AF00-E60C-F705105A4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84256-00C6-E402-E5D7-22D9B2C59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406CC-0B7C-32F1-3046-E1C36485D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31E6-D0A2-472B-A3D5-3DE3748F20D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D49D9-31CA-7CCE-B3B3-52121CDB9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3CE9E-FD72-E49B-E619-80DB13FF6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1EEB-A080-454D-86FA-3FAAC67A3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63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E12C-D583-6B5F-86FB-B3E7FA76D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69780-35A0-EAD6-50D7-1D1D54FBD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17B8D-A279-6260-0CDF-57472ABFE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074C0A-2F6F-E076-4676-C67C47825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AB8781-6592-CAC4-661A-D57F37DAD7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A5653E-487C-4BA8-6A2B-C057F38B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31E6-D0A2-472B-A3D5-3DE3748F20D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9D03BC-1743-F5BA-732C-64C65FC06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5010AF-62E9-F28B-57CC-308844657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1EEB-A080-454D-86FA-3FAAC67A3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0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5C6A0-4E79-6D5D-7334-86E0E31B4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AB5F7D-3D1B-1A5F-5B86-EBD4741E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31E6-D0A2-472B-A3D5-3DE3748F20D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8801D-7BC2-1B46-16E8-D3707DD97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A2141-DD31-5904-B2E2-D0491E8F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1EEB-A080-454D-86FA-3FAAC67A3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8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C7CD6-5C42-121C-6462-9A8D208D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31E6-D0A2-472B-A3D5-3DE3748F20D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DE4998-9CCF-356B-7C09-310881820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1146B-824D-59F2-8230-9437C773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1EEB-A080-454D-86FA-3FAAC67A3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6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0B604-8566-BE99-449A-4F6B9B2F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58DD5-D159-028B-261C-8396B217B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84A2A-7353-58A1-6A4F-A3F1144CB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4EDA1-3E70-E071-427C-657B198D5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31E6-D0A2-472B-A3D5-3DE3748F20D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15C94-DFA7-09A3-E9E0-1D16EA960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BBFB2-8FE5-D83D-906E-3F7B1A0D8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1EEB-A080-454D-86FA-3FAAC67A3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41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D379-27F2-57DD-DC8B-F93240D20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ED25E6-EFD6-9D70-299F-F61D9530C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37A75-13AF-D19A-EEEC-016273BA1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5D5C8-6B09-6D03-E240-7BA8AF29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31E6-D0A2-472B-A3D5-3DE3748F20D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9DCBA-5F2F-4076-53DC-2E3F0DD0A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24268-80BF-594D-CE86-A83F078A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1EEB-A080-454D-86FA-3FAAC67A3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57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036C4-D00C-2C26-0062-F5EE0C75F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BEA4A-9FE0-7EF9-7EF2-87AAAB29A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B18FD-FD9C-DAED-386C-E91B1232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31E6-D0A2-472B-A3D5-3DE3748F20D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300E9-CCE4-FF6B-3A4D-1E0D30483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F4085-41EE-289F-3F8B-57AE7956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1EEB-A080-454D-86FA-3FAAC67A3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6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45B13C-FD86-1D95-43A7-04D9E94DF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0F37E0-D0B3-F229-97CE-D8B42280E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123BD-7875-098B-8AF9-2297827C9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31E6-D0A2-472B-A3D5-3DE3748F20D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90F17-C3F0-6DAA-8D98-11EFA25A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71AA6-AB35-13A6-1619-E743A368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1EEB-A080-454D-86FA-3FAAC67A3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4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3A80F-45BF-0E41-9D82-343094B5B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0EC64-9ECB-515E-CB9B-5216A8800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669AA-4227-3ABD-C6FB-5A94D0ADB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A31E6-D0A2-472B-A3D5-3DE3748F20D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8E17C-0F91-028E-60C4-01F9E1B53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4C59B-581B-740A-5365-D066DAA1A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151EEB-A080-454D-86FA-3FAAC67A3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49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E92302-AAC2-F2AB-6F83-ED8D9CA48472}"/>
              </a:ext>
            </a:extLst>
          </p:cNvPr>
          <p:cNvSpPr txBox="1"/>
          <p:nvPr/>
        </p:nvSpPr>
        <p:spPr>
          <a:xfrm>
            <a:off x="184558" y="276837"/>
            <a:ext cx="5796792" cy="6509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28AA7-7FA0-9A71-4CEE-94F10F241408}"/>
              </a:ext>
            </a:extLst>
          </p:cNvPr>
          <p:cNvSpPr txBox="1"/>
          <p:nvPr/>
        </p:nvSpPr>
        <p:spPr>
          <a:xfrm>
            <a:off x="5696215" y="1393270"/>
            <a:ext cx="54535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  <a:r>
              <a:rPr lang="en-US" b="1" dirty="0"/>
              <a:t>Bullet Symbols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⏺ - </a:t>
            </a:r>
            <a:r>
              <a:rPr lang="en-US" sz="1500" dirty="0"/>
              <a:t>Black circle</a:t>
            </a:r>
          </a:p>
          <a:p>
            <a:r>
              <a:rPr lang="en-US" dirty="0"/>
              <a:t>∎ - </a:t>
            </a:r>
            <a:r>
              <a:rPr lang="en-US" sz="1500" dirty="0"/>
              <a:t>Black square</a:t>
            </a:r>
          </a:p>
          <a:p>
            <a:r>
              <a:rPr lang="en-US" dirty="0"/>
              <a:t>◈ - </a:t>
            </a:r>
            <a:r>
              <a:rPr lang="en-US" sz="1500" dirty="0"/>
              <a:t>Diamond</a:t>
            </a:r>
          </a:p>
          <a:p>
            <a:r>
              <a:rPr lang="en-US" dirty="0"/>
              <a:t>◉ - </a:t>
            </a:r>
            <a:r>
              <a:rPr lang="en-US" sz="1500" dirty="0"/>
              <a:t>Circled dot</a:t>
            </a:r>
          </a:p>
          <a:p>
            <a:r>
              <a:rPr lang="en-US" dirty="0"/>
              <a:t>☆ - </a:t>
            </a:r>
            <a:r>
              <a:rPr lang="en-US" sz="1500" dirty="0"/>
              <a:t>Star outline</a:t>
            </a:r>
          </a:p>
          <a:p>
            <a:r>
              <a:rPr lang="en-US" dirty="0"/>
              <a:t>✔ - </a:t>
            </a:r>
            <a:r>
              <a:rPr lang="en-US" sz="1500" dirty="0"/>
              <a:t>Check mark</a:t>
            </a:r>
          </a:p>
          <a:p>
            <a:r>
              <a:rPr lang="en-US" dirty="0"/>
              <a:t>❖ - </a:t>
            </a:r>
            <a:r>
              <a:rPr lang="en-US" sz="1500" dirty="0"/>
              <a:t>Black diamond</a:t>
            </a:r>
          </a:p>
          <a:p>
            <a:r>
              <a:rPr lang="en-US" dirty="0"/>
              <a:t>▶ - </a:t>
            </a:r>
            <a:r>
              <a:rPr lang="en-US" sz="1500" dirty="0"/>
              <a:t>Black right-pointing triangle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E97D9-AE8B-8E63-E279-CEF01EF8C8C0}"/>
              </a:ext>
            </a:extLst>
          </p:cNvPr>
          <p:cNvSpPr txBox="1"/>
          <p:nvPr/>
        </p:nvSpPr>
        <p:spPr>
          <a:xfrm>
            <a:off x="584119" y="889843"/>
            <a:ext cx="4712535" cy="4498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Symbols</a:t>
            </a:r>
            <a:r>
              <a:rPr lang="en-US" dirty="0"/>
              <a:t>:</a:t>
            </a:r>
          </a:p>
          <a:p>
            <a:endParaRPr lang="en-US" sz="1500" dirty="0"/>
          </a:p>
          <a:p>
            <a:r>
              <a:rPr lang="en-US" sz="1500" dirty="0"/>
              <a:t>Arrow Symbols</a:t>
            </a:r>
            <a:r>
              <a:rPr lang="en-US" dirty="0"/>
              <a:t>: ➛➜➝➞➟➠➡➢➣</a:t>
            </a:r>
          </a:p>
          <a:p>
            <a:r>
              <a:rPr lang="en-US" sz="1500" dirty="0"/>
              <a:t>Brackets &amp; Parentheses</a:t>
            </a:r>
            <a:r>
              <a:rPr lang="en-US" dirty="0"/>
              <a:t>: ❨❩❪❫❬❭❮❯❰❱❲❳❴❵</a:t>
            </a:r>
          </a:p>
          <a:p>
            <a:r>
              <a:rPr lang="en-US" sz="1500" dirty="0"/>
              <a:t>Circled Letters</a:t>
            </a:r>
            <a:r>
              <a:rPr lang="en-US" dirty="0"/>
              <a:t>: ⓐⓑⓒⓓⓔⓕⓖⓗⓘⓙⓚⓛ</a:t>
            </a:r>
          </a:p>
          <a:p>
            <a:r>
              <a:rPr lang="en-US" sz="1500" dirty="0"/>
              <a:t>Triangle arrow control Symbols</a:t>
            </a:r>
            <a:r>
              <a:rPr lang="en-US" dirty="0"/>
              <a:t>: ⏴⏵⏶⏷</a:t>
            </a:r>
          </a:p>
          <a:p>
            <a:r>
              <a:rPr lang="en-US" dirty="0"/>
              <a:t> </a:t>
            </a:r>
          </a:p>
          <a:p>
            <a:r>
              <a:rPr lang="en-US" b="1" dirty="0"/>
              <a:t>Emojis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sz="1500" dirty="0"/>
              <a:t>Smiles &amp; Emotion</a:t>
            </a:r>
            <a:r>
              <a:rPr lang="en-US" dirty="0"/>
              <a:t>:  </a:t>
            </a:r>
            <a:r>
              <a:rPr lang="en-US" dirty="0">
                <a:sym typeface="Calibri" panose="020F0502020204030204" pitchFamily="34" charset="0"/>
              </a:rPr>
              <a:t>😀😂😄😘🙂</a:t>
            </a:r>
            <a:endParaRPr lang="en-US" dirty="0"/>
          </a:p>
          <a:p>
            <a:r>
              <a:rPr lang="en-US" sz="1500" dirty="0"/>
              <a:t>Animals &amp; Nature</a:t>
            </a:r>
            <a:r>
              <a:rPr lang="en-US" dirty="0"/>
              <a:t>:  </a:t>
            </a:r>
            <a:r>
              <a:rPr lang="en-US" dirty="0">
                <a:sym typeface="Calibri" panose="020F0502020204030204" pitchFamily="34" charset="0"/>
              </a:rPr>
              <a:t>🦓🦊🌈🌅</a:t>
            </a:r>
            <a:endParaRPr lang="en-US" dirty="0"/>
          </a:p>
          <a:p>
            <a:r>
              <a:rPr lang="en-US" sz="1500" dirty="0"/>
              <a:t>Food &amp; Drinks</a:t>
            </a:r>
            <a:r>
              <a:rPr lang="en-US" dirty="0"/>
              <a:t>: </a:t>
            </a:r>
            <a:r>
              <a:rPr lang="en-US" dirty="0">
                <a:sym typeface="Calibri" panose="020F0502020204030204" pitchFamily="34" charset="0"/>
              </a:rPr>
              <a:t>🍞🍇🍵</a:t>
            </a:r>
            <a:endParaRPr lang="en-US" dirty="0"/>
          </a:p>
          <a:p>
            <a:r>
              <a:rPr lang="en-US" sz="1500" dirty="0"/>
              <a:t>Travel &amp; Places</a:t>
            </a:r>
            <a:r>
              <a:rPr lang="en-US" dirty="0"/>
              <a:t>: </a:t>
            </a:r>
            <a:r>
              <a:rPr lang="en-US" dirty="0">
                <a:sym typeface="Calibri" panose="020F0502020204030204" pitchFamily="34" charset="0"/>
              </a:rPr>
              <a:t>🚤🚂</a:t>
            </a:r>
            <a:endParaRPr lang="en-US" dirty="0"/>
          </a:p>
          <a:p>
            <a:r>
              <a:rPr lang="en-US" sz="1500" dirty="0"/>
              <a:t>Activities</a:t>
            </a:r>
            <a:r>
              <a:rPr lang="en-US" dirty="0"/>
              <a:t>: </a:t>
            </a:r>
            <a:r>
              <a:rPr lang="en-US" dirty="0">
                <a:sym typeface="Calibri" panose="020F0502020204030204" pitchFamily="34" charset="0"/>
              </a:rPr>
              <a:t>🏊🧗🤸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00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83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 Nagarathinam</dc:creator>
  <cp:lastModifiedBy>Karan Nagarathinam</cp:lastModifiedBy>
  <cp:revision>13</cp:revision>
  <dcterms:created xsi:type="dcterms:W3CDTF">2025-12-08T12:37:30Z</dcterms:created>
  <dcterms:modified xsi:type="dcterms:W3CDTF">2025-12-09T11:50:52Z</dcterms:modified>
</cp:coreProperties>
</file>