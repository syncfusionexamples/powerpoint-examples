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D28E-55C7-D398-3E27-6D210A4C4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6373B-9EE0-5E2B-8AD9-5041A2403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E289-1D59-F451-3049-9C27FD04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15B4-6BBE-1CD1-B3A8-C8BFC1CE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808E-61E0-F810-9AEB-DC7E40628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89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23EE-7F41-18F1-1F47-6BF6ACED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636A-ECD6-9F48-32D7-9243238A4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1FF0-4E17-60C8-6E0B-69EC1632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1D568-970C-EC53-AFB8-39144792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B3D66-9B92-6C29-C851-C12004E8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0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1C58-5D44-11EE-551C-7FCBF3B6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D6ED4-87B3-60E9-E4D3-39FD2CEE8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5476E-993E-CD5C-382B-8CD94DE9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E90C1-5363-E7F0-4F0D-943C7AF5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52676-A915-832E-E3E0-15D031D4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7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809C-D906-5B0B-9601-A8E902C9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EF603-88C2-42B8-28F5-BCE2F9A30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EEE4B-F0CC-A416-A1D6-EA181DC7B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5BFE5-18FF-FA2F-3823-F469A6B5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432DC-90DF-E524-9B5D-C0777B09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F6321-074B-11FF-C91D-44EC5383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1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C77F-1E65-1DED-CBC2-8F1D22A9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B45F6-4780-4858-DD98-785F38D06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2F0AD-DECE-76FA-5E6F-9A9DFB308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5CC49-9542-3928-12E8-34D9CB3E5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3A792-93DE-9AF5-EBB1-3F94432B6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872DC-161C-AF40-DBE0-0B511915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A5A30-78D6-75C8-BCC7-F68DB820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A518F-9407-C607-D74A-CA5FEB9D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37C0-1E51-8B74-398B-662B3D27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00627-B941-0999-7192-059FA9C8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E694D-CAB8-E274-1F16-1F7662D06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DBDE5-CC9B-8663-2B89-BF1461FF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8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8BA03-C93E-B1D5-F543-E62459E0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5C7A6-2786-3E2F-4986-CDE01CAC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2088-4BE0-B14F-5098-D442050B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55ECB-537F-B867-E768-8CF56217F7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7357" y="1822163"/>
            <a:ext cx="2609523" cy="26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39FC-D7A4-385A-B771-EF6937B3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807B-D2B4-AB29-C6A8-003E021D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96D70-77E4-4BAB-50B8-3079C545F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DC909-FBD8-FF46-023D-4D6EC993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E591-9128-02E3-7722-001ED32C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AF33-CE9C-43AB-7A55-58A11951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A516-DCC9-A1FB-4A88-4E8C1A668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77452-5D0E-BBF5-D120-D4F368F1A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67307-2C38-6131-7610-8F82EDE21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EF13-D720-E1B0-2B0D-B34E0291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3EC56-CC4C-A725-8E8E-D7E4B93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DBAA7-C034-7439-9CA6-C95C31A3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3E05-2337-2E6D-A024-059337BB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D64B3-30F9-ED94-0554-D440DD868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BA3FA-CF20-7AC3-C7B1-F683E757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BDC1-2C48-2AF7-3C1B-8178C076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D403C-2B10-3E87-4084-86EDA2F0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5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0104D-2BFE-6341-D616-B273C33F1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401D-0EB1-785F-3E95-DA0810E6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3696D-3F89-427F-E650-AA6B81E1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38197-432A-CD90-A26C-7BEDB293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B51E-0C0A-E144-C716-1A0BACE6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2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2DAA4-F2FA-9E75-029E-F5362588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4E747-77D7-97CD-5519-DF8C248D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35BF9-611F-DDF1-3BA4-878FA90D5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755B5-FE1F-41B5-B6A6-227917FA140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DEA65-7778-092D-DD99-F9B113B2C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7B048-8D9E-501B-D96D-5F669263B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D48DF-67A4-4A34-9F5A-D5DA102FC1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FF0835-C646-06B2-6320-8772089C453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06846" y="1027906"/>
            <a:ext cx="4346222" cy="43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9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BC462A-24E5-EC86-2E79-A9E58F23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742" y="5112775"/>
            <a:ext cx="834445" cy="117159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5C1555A-1121-E8AC-2724-160E6DD7E4AB}"/>
              </a:ext>
            </a:extLst>
          </p:cNvPr>
          <p:cNvGrpSpPr/>
          <p:nvPr/>
        </p:nvGrpSpPr>
        <p:grpSpPr>
          <a:xfrm>
            <a:off x="491613" y="1238864"/>
            <a:ext cx="2319116" cy="3952568"/>
            <a:chOff x="511277" y="2104103"/>
            <a:chExt cx="2319116" cy="395256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E20196-CD7B-C9C8-9648-4579E4B357BB}"/>
                </a:ext>
              </a:extLst>
            </p:cNvPr>
            <p:cNvSpPr/>
            <p:nvPr/>
          </p:nvSpPr>
          <p:spPr>
            <a:xfrm>
              <a:off x="511277" y="2104103"/>
              <a:ext cx="2202426" cy="1592826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896E9C-51C9-9339-3C33-C774B7FA286F}"/>
                </a:ext>
              </a:extLst>
            </p:cNvPr>
            <p:cNvSpPr/>
            <p:nvPr/>
          </p:nvSpPr>
          <p:spPr>
            <a:xfrm>
              <a:off x="511277" y="4306529"/>
              <a:ext cx="2319116" cy="1750142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536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Ganesan</dc:creator>
  <cp:lastModifiedBy>Gopinath Natesan</cp:lastModifiedBy>
  <cp:revision>11</cp:revision>
  <dcterms:created xsi:type="dcterms:W3CDTF">2025-09-02T15:34:25Z</dcterms:created>
  <dcterms:modified xsi:type="dcterms:W3CDTF">2026-01-29T11:04:45Z</dcterms:modified>
</cp:coreProperties>
</file>