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Default Extension="jpg" ContentType="image/jpg"/>
  <Override PartName="/ppt/presentation.xml" ContentType="application/vnd.openxmlformats-officedocument.presentationml.presentation.main+xml"/>
  <Override PartName="/customXml/itemProps1.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2.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1.xml" ContentType="application/vnd.openxmlformats-officedocument.presentationml.slideLayout+xml"/>
  <Override PartName="/ppt/slideLayouts/slideLayout7.xml" ContentType="application/vnd.openxmlformats-officedocument.presentationml.slideLayout+xml"/>
  <Override PartName="/ppt/slideLayouts/slideLayout6.xml" ContentType="application/vnd.openxmlformats-officedocument.presentationml.slideLayout+xml"/>
  <Override PartName="/ppt/slideLayouts/slideLayout3.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&#65279;<?xml version="1.0" encoding="utf-8" standalone="yes"?><Relationships xmlns="http://schemas.openxmlformats.org/package/2006/relationships"><Relationship Id="rId3" Type="http://schemas.openxmlformats.org/package/2006/relationships/metadata/core-properties" Target="docProps/core.xml" /><Relationship Id="rId2" Type="http://schemas.openxmlformats.org/package/2006/relationships/metadata/thumbnail" Target="docProps/thumbnail.jpeg" /><Relationship Id="rId1" Type="http://schemas.openxmlformats.org/officeDocument/2006/relationships/officeDocument" Target="ppt/presentation.xml" /><Relationship Id="rId5" Type="http://schemas.openxmlformats.org/officeDocument/2006/relationships/custom-properties" Target="docProps/custom.xml" /><Relationship Id="rId4" Type="http://schemas.openxmlformats.org/officeDocument/2006/relationships/extended-properties" Target="docProps/app.xml" /></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78" r:id="rId2"/>
  </p:sldMasterIdLst>
  <p:notesMasterIdLst>
    <p:notesMasterId r:id="rId6"/>
  </p:notesMasterIdLst>
  <p:handoutMasterIdLst>
    <p:handoutMasterId r:id="rId7"/>
  </p:handoutMasterIdLst>
  <p:sldIdLst>
    <p:sldId id="256" r:id="rId3"/>
    <p:sldId id="257" r:id="rId4"/>
    <p:sldId id="261" r:id="rId5"/>
  </p:sldIdLst>
  <p:sldSz cx="12188825" cy="6858000" type="custom"/>
  <p:notesSz cx="6858000" cy="9144000"/>
  <p:defaultTextStyle>
    <a:defPPr defTabSz="914400">
      <a:defRPr lang="en-US" dirty="0"/>
    </a:defPPr>
    <a:lvl1pPr marL="0" rtl="0" algn="l" defTabSz="914400">
      <a:defRPr sz="1800" kern="1200" dirty="0">
        <a:solidFill>
          <a:schemeClr val="tx1"/>
        </a:solidFill>
        <a:latin typeface="+mn-lt"/>
        <a:ea typeface="+mn-ea"/>
        <a:cs typeface="+mn-cs"/>
      </a:defRPr>
    </a:lvl1pPr>
    <a:lvl2pPr marL="457200" rtl="0" algn="l" defTabSz="914400">
      <a:defRPr sz="1800" kern="1200" dirty="0">
        <a:solidFill>
          <a:schemeClr val="tx1"/>
        </a:solidFill>
        <a:latin typeface="+mn-lt"/>
        <a:ea typeface="+mn-ea"/>
        <a:cs typeface="+mn-cs"/>
      </a:defRPr>
    </a:lvl2pPr>
    <a:lvl3pPr marL="914400" rtl="0" algn="l" defTabSz="914400">
      <a:defRPr sz="1800" kern="1200" dirty="0">
        <a:solidFill>
          <a:schemeClr val="tx1"/>
        </a:solidFill>
        <a:latin typeface="+mn-lt"/>
        <a:ea typeface="+mn-ea"/>
        <a:cs typeface="+mn-cs"/>
      </a:defRPr>
    </a:lvl3pPr>
    <a:lvl4pPr marL="1371600" rtl="0" algn="l" defTabSz="914400">
      <a:defRPr sz="1800" kern="1200" dirty="0">
        <a:solidFill>
          <a:schemeClr val="tx1"/>
        </a:solidFill>
        <a:latin typeface="+mn-lt"/>
        <a:ea typeface="+mn-ea"/>
        <a:cs typeface="+mn-cs"/>
      </a:defRPr>
    </a:lvl4pPr>
    <a:lvl5pPr marL="1828800" rtl="0" algn="l" defTabSz="914400">
      <a:defRPr sz="1800" kern="1200" dirty="0">
        <a:solidFill>
          <a:schemeClr val="tx1"/>
        </a:solidFill>
        <a:latin typeface="+mn-lt"/>
        <a:ea typeface="+mn-ea"/>
        <a:cs typeface="+mn-cs"/>
      </a:defRPr>
    </a:lvl5pPr>
    <a:lvl6pPr marL="2286000" rtl="0" algn="l" defTabSz="914400">
      <a:defRPr sz="1800" kern="1200" dirty="0">
        <a:solidFill>
          <a:schemeClr val="tx1"/>
        </a:solidFill>
        <a:latin typeface="+mn-lt"/>
        <a:ea typeface="+mn-ea"/>
        <a:cs typeface="+mn-cs"/>
      </a:defRPr>
    </a:lvl6pPr>
    <a:lvl7pPr marL="2743200" rtl="0" algn="l" defTabSz="914400">
      <a:defRPr sz="1800" kern="1200" dirty="0">
        <a:solidFill>
          <a:schemeClr val="tx1"/>
        </a:solidFill>
        <a:latin typeface="+mn-lt"/>
        <a:ea typeface="+mn-ea"/>
        <a:cs typeface="+mn-cs"/>
      </a:defRPr>
    </a:lvl7pPr>
    <a:lvl8pPr marL="3200400" rtl="0" algn="l" defTabSz="914400">
      <a:defRPr sz="1800" kern="1200" dirty="0">
        <a:solidFill>
          <a:schemeClr val="tx1"/>
        </a:solidFill>
        <a:latin typeface="+mn-lt"/>
        <a:ea typeface="+mn-ea"/>
        <a:cs typeface="+mn-cs"/>
      </a:defRPr>
    </a:lvl8pPr>
    <a:lvl9pPr marL="3657600" rtl="0" algn="l" defTabSz="914400">
      <a:defRPr sz="1800" kern="1200" dirty="0">
        <a:solidFill>
          <a:schemeClr val="tx1"/>
        </a:solidFill>
        <a:latin typeface="+mn-lt"/>
        <a:ea typeface="+mn-ea"/>
        <a:cs typeface="+mn-cs"/>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05F2C"/>
    <a:srgbClr val="8086FC"/>
    <a:srgbClr val="828282"/>
    <a:srgbClr val="6E90FE"/>
    <a:srgbClr val="6D6DFB"/>
    <a:srgbClr val="4E78F0"/>
    <a:srgbClr val="F0932C"/>
    <a:srgbClr val="92C610"/>
    <a:srgbClr val="9FD812"/>
    <a:srgbClr val="0ABEB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p:restoredTop sz="94629"/>
  </p:normalViewPr>
  <p:slideViewPr>
    <p:cSldViewPr showGuides="1">
      <p:cViewPr varScale="1">
        <p:scale>
          <a:sx n="82" d="100"/>
          <a:sy n="82" d="100"/>
        </p:scale>
        <p:origin x="720" y="72"/>
      </p:cViewPr>
      <p:guideLst>
        <p:guide orient="horz" pos="2160"/>
        <p:guide orient="horz" pos="4030"/>
        <p:guide orient="horz" pos="1152"/>
        <p:guide orient="horz" pos="1018"/>
        <p:guide orient="horz" pos="3886"/>
        <p:guide orient="horz" pos="2928"/>
        <p:guide orient="horz" pos="3072"/>
        <p:guide orient="horz" pos="407"/>
        <p:guide pos="3839"/>
        <p:guide pos="959"/>
        <p:guide pos="7151"/>
        <p:guide pos="671"/>
        <p:guide pos="4991"/>
        <p:guide pos="7007"/>
      </p:guideLst>
    </p:cSldViewPr>
  </p:slideViewPr>
  <p:outlineViewPr>
    <p:cViewPr>
      <p:scale>
        <a:sx n="33" d="100"/>
        <a:sy n="33" d="100"/>
      </p:scale>
      <p:origin x="0" y="0"/>
    </p:cViewPr>
  </p:outlineViewPr>
  <p:notesTextViewPr>
    <p:cViewPr>
      <p:scale>
        <a:sx n="1" d="1"/>
        <a:sy n="1" d="1"/>
      </p:scale>
      <p:origin x="0" y="0"/>
    </p:cViewPr>
  </p:notesTextViewPr>
  <p:notesViewPr>
    <p:cSldViewPr showGuides="1">
      <p:cViewPr varScale="1">
        <p:scale>
          <a:sx n="66" d="100"/>
          <a:sy n="66" d="100"/>
        </p:scale>
        <p:origin x="2850" y="96"/>
      </p:cViewPr>
      <p:guideLst/>
    </p:cSldViewPr>
  </p:notesViewPr>
  <p:gridSpacing cx="76200" cy="76200"/>
</p:viewPr>
</file>

<file path=ppt/_rels/presentation.xml.rels>&#65279;<?xml version="1.0" encoding="utf-8" standalone="yes"?><Relationships xmlns="http://schemas.openxmlformats.org/package/2006/relationships"><Relationship Id="rId8" Type="http://schemas.openxmlformats.org/officeDocument/2006/relationships/presProps" Target="presProps.xml" /><Relationship Id="rId3" Type="http://schemas.openxmlformats.org/officeDocument/2006/relationships/slide" Target="slides/slide1.xml" /><Relationship Id="rId7" Type="http://schemas.openxmlformats.org/officeDocument/2006/relationships/handoutMaster" Target="handoutMasters/handoutMaster1.xml" /><Relationship Id="rId2" Type="http://schemas.openxmlformats.org/officeDocument/2006/relationships/slideMaster" Target="slideMasters/slideMaster1.xml" /><Relationship Id="rId1" Type="http://schemas.openxmlformats.org/officeDocument/2006/relationships/customXml" Target="../customXml/item1.xml" /><Relationship Id="rId6" Type="http://schemas.openxmlformats.org/officeDocument/2006/relationships/notesMaster" Target="notesMasters/notesMaster1.xml" /><Relationship Id="rId11" Type="http://schemas.openxmlformats.org/officeDocument/2006/relationships/tableStyles" Target="tableStyles.xml" /><Relationship Id="rId5" Type="http://schemas.openxmlformats.org/officeDocument/2006/relationships/slide" Target="slides/slide3.xml" /><Relationship Id="rId10" Type="http://schemas.openxmlformats.org/officeDocument/2006/relationships/theme" Target="theme/theme1.xml" /><Relationship Id="rId4" Type="http://schemas.openxmlformats.org/officeDocument/2006/relationships/slide" Target="slides/slide2.xml" /><Relationship Id="rId9" Type="http://schemas.openxmlformats.org/officeDocument/2006/relationships/viewProps" Target="viewProps.xml" /></Relationships>
</file>

<file path=ppt/handoutMasters/_rels/handoutMaster1.xml.rels>&#65279;<?xml version="1.0" encoding="utf-8" standalone="yes"?><Relationships xmlns="http://schemas.openxmlformats.org/package/2006/relationships"><Relationship Id="rId1" Type="http://schemas.openxmlformats.org/officeDocument/2006/relationships/theme" Target="/ppt/theme/theme3.xml" /></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bwMode="white">
          <a:xfrm>
            <a:off x="0" y="0"/>
            <a:ext cx="2971800" cy="458788"/>
          </a:xfrm>
          <a:prstGeom prst="rect">
            <a:avLst/>
          </a:prstGeom>
          <a:ln>
            <a:headEnd type="none"/>
            <a:tailEnd type="none"/>
          </a:ln>
        </p:spPr>
        <p:txBody>
          <a:bodyPr lIns="91440" tIns="45720" rIns="91440" bIns="45720" wrap="square"/>
          <a:lstStyle>
            <a:lvl1pPr algn="l">
              <a:defRPr sz="1200" dirty="0"/>
            </a:lvl1pPr>
          </a:lstStyle>
          <a:p>
            <a:pPr/>
            <a:endParaRPr lang="en-US" dirty="0"/>
          </a:p>
        </p:txBody>
      </p:sp>
      <p:sp>
        <p:nvSpPr>
          <p:cNvPr id="3" name="Date Placeholder 2"/>
          <p:cNvSpPr>
            <a:spLocks noGrp="1"/>
          </p:cNvSpPr>
          <p:nvPr>
            <p:ph type="dt" sz="quarter" idx="1"/>
          </p:nvPr>
        </p:nvSpPr>
        <p:spPr bwMode="white">
          <a:xfrm>
            <a:off x="3884613" y="0"/>
            <a:ext cx="2971800" cy="458788"/>
          </a:xfrm>
          <a:prstGeom prst="rect">
            <a:avLst/>
          </a:prstGeom>
          <a:ln>
            <a:headEnd type="none"/>
            <a:tailEnd type="none"/>
          </a:ln>
        </p:spPr>
        <p:txBody>
          <a:bodyPr lIns="91440" tIns="45720" rIns="91440" bIns="45720" wrap="square"/>
          <a:lstStyle>
            <a:lvl1pPr algn="r">
              <a:defRPr sz="1200" dirty="0"/>
            </a:lvl1pPr>
          </a:lstStyle>
          <a:p>
            <a:pPr/>
            <a:fld id="{8669AFDC-7658-4951-B0FF-52DFF2A93C0A}" type="datetimeFigureOut">
              <a:rPr lang="en-US" dirty="0"/>
              <a:t>3/2/2026</a:t>
            </a:fld>
            <a:endParaRPr lang="en-US" dirty="0"/>
          </a:p>
        </p:txBody>
      </p:sp>
      <p:sp>
        <p:nvSpPr>
          <p:cNvPr id="4" name="Footer Placeholder 3"/>
          <p:cNvSpPr>
            <a:spLocks noGrp="1"/>
          </p:cNvSpPr>
          <p:nvPr>
            <p:ph type="ftr" sz="quarter" idx="2"/>
          </p:nvPr>
        </p:nvSpPr>
        <p:spPr bwMode="white">
          <a:xfrm>
            <a:off x="0" y="8685213"/>
            <a:ext cx="2971800" cy="458787"/>
          </a:xfrm>
          <a:prstGeom prst="rect">
            <a:avLst/>
          </a:prstGeom>
          <a:ln>
            <a:headEnd type="none"/>
            <a:tailEnd type="none"/>
          </a:ln>
        </p:spPr>
        <p:txBody>
          <a:bodyPr lIns="91440" tIns="45720" rIns="91440" bIns="45720" anchor="b" wrap="square"/>
          <a:lstStyle>
            <a:lvl1pPr algn="l">
              <a:defRPr sz="1200" dirty="0"/>
            </a:lvl1pPr>
          </a:lstStyle>
          <a:p>
            <a:pPr/>
            <a:endParaRPr lang="en-US" dirty="0"/>
          </a:p>
        </p:txBody>
      </p:sp>
      <p:sp>
        <p:nvSpPr>
          <p:cNvPr id="5" name="Slide Number Placeholder 4"/>
          <p:cNvSpPr>
            <a:spLocks noGrp="1"/>
          </p:cNvSpPr>
          <p:nvPr>
            <p:ph type="sldNum" sz="quarter" idx="3"/>
          </p:nvPr>
        </p:nvSpPr>
        <p:spPr bwMode="white">
          <a:xfrm>
            <a:off x="3884613" y="8685213"/>
            <a:ext cx="2971800" cy="458787"/>
          </a:xfrm>
          <a:prstGeom prst="rect">
            <a:avLst/>
          </a:prstGeom>
          <a:ln>
            <a:headEnd type="none"/>
            <a:tailEnd type="none"/>
          </a:ln>
        </p:spPr>
        <p:txBody>
          <a:bodyPr lIns="91440" tIns="45720" rIns="91440" bIns="45720" anchor="b" wrap="square"/>
          <a:lstStyle>
            <a:lvl1pPr algn="r">
              <a:defRPr sz="1200" dirty="0"/>
            </a:lvl1pPr>
          </a:lstStyle>
          <a:p>
            <a:pPr/>
            <a:fld id="{AF8ED99B-9732-49FC-9C16-B56FEB1B1092}" type="slidenum">
              <a:rPr lang="en-US" dirty="0"/>
              <a:t>‹#›</a:t>
            </a:fld>
            <a:endParaRPr lang="en-US" dirty="0"/>
          </a:p>
        </p:txBody>
      </p:sp>
    </p:spTree>
  </p:cSld>
  <p:clrMap bg1="lt1" tx1="dk1" bg2="lt2" tx2="dk2" accent1="accent1" accent2="accent2" accent3="accent3" accent4="accent4" accent5="accent5" accent6="accent6" hlink="hlink" folHlink="folHlink"/>
</p:handoutMaster>
</file>

<file path=ppt/notesMasters/_rels/notesMaster1.xml.rels>&#65279;<?xml version="1.0" encoding="utf-8" standalone="yes"?><Relationships xmlns="http://schemas.openxmlformats.org/package/2006/relationships"><Relationship Id="rId1" Type="http://schemas.openxmlformats.org/officeDocument/2006/relationships/theme" Target="/pp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bwMode="white">
          <a:xfrm>
            <a:off x="0" y="0"/>
            <a:ext cx="2971800" cy="457200"/>
          </a:xfrm>
          <a:prstGeom prst="rect">
            <a:avLst/>
          </a:prstGeom>
          <a:ln>
            <a:headEnd type="none"/>
            <a:tailEnd type="none"/>
          </a:ln>
        </p:spPr>
        <p:txBody>
          <a:bodyPr lIns="91440" tIns="45720" rIns="91440" bIns="45720" wrap="square"/>
          <a:lstStyle>
            <a:lvl1pPr algn="l">
              <a:defRPr sz="1200" dirty="0"/>
            </a:lvl1pPr>
          </a:lstStyle>
          <a:p>
            <a:pPr/>
            <a:endParaRPr lang="en-US" dirty="0"/>
          </a:p>
        </p:txBody>
      </p:sp>
      <p:sp>
        <p:nvSpPr>
          <p:cNvPr id="3" name="Date Placeholder 2"/>
          <p:cNvSpPr>
            <a:spLocks noGrp="1"/>
          </p:cNvSpPr>
          <p:nvPr>
            <p:ph type="dt" idx="1"/>
          </p:nvPr>
        </p:nvSpPr>
        <p:spPr bwMode="white">
          <a:xfrm>
            <a:off x="3884613" y="0"/>
            <a:ext cx="2971800" cy="457200"/>
          </a:xfrm>
          <a:prstGeom prst="rect">
            <a:avLst/>
          </a:prstGeom>
          <a:ln>
            <a:headEnd type="none"/>
            <a:tailEnd type="none"/>
          </a:ln>
        </p:spPr>
        <p:txBody>
          <a:bodyPr lIns="91440" tIns="45720" rIns="91440" bIns="45720" wrap="square"/>
          <a:lstStyle>
            <a:lvl1pPr algn="r">
              <a:defRPr sz="1200" dirty="0"/>
            </a:lvl1pPr>
          </a:lstStyle>
          <a:p>
            <a:pPr/>
            <a:fld id="{3ABD2D7A-D230-4F91-BD59-0A39C2703BA8}" type="datetimeFigureOut">
              <a:rPr lang="en-US" dirty="0"/>
              <a:t>3/2/2026</a:t>
            </a:fld>
            <a:endParaRPr lang="en-US" dirty="0"/>
          </a:p>
        </p:txBody>
      </p:sp>
      <p:sp>
        <p:nvSpPr>
          <p:cNvPr id="4" name="Slide Image Placeholder 3"/>
          <p:cNvSpPr>
            <a:spLocks noChangeAspect="1" noGrp="1"/>
          </p:cNvSpPr>
          <p:nvPr>
            <p:ph type="sldImg" idx="2"/>
          </p:nvPr>
        </p:nvSpPr>
        <p:spPr bwMode="white">
          <a:xfrm>
            <a:off x="382588" y="685800"/>
            <a:ext cx="6092825" cy="3429000"/>
          </a:xfrm>
          <a:prstGeom prst="rect">
            <a:avLst/>
          </a:prstGeom>
          <a:noFill/>
          <a:ln w="12700">
            <a:solidFill>
              <a:srgbClr val="000000"/>
            </a:solidFill>
            <a:headEnd type="none"/>
            <a:tailEnd type="none"/>
          </a:ln>
        </p:spPr>
        <p:txBody>
          <a:bodyPr lIns="91440" tIns="45720" rIns="91440" bIns="45720" anchor="ctr" wrap="square"/>
          <a:lstStyle/>
          <a:p>
            <a:pPr/>
            <a:endParaRPr lang="en-US" dirty="0"/>
          </a:p>
        </p:txBody>
      </p:sp>
      <p:sp>
        <p:nvSpPr>
          <p:cNvPr id="5" name="Notes Placeholder 4"/>
          <p:cNvSpPr>
            <a:spLocks noGrp="1"/>
          </p:cNvSpPr>
          <p:nvPr>
            <p:ph type="body" sz="quarter" idx="3"/>
          </p:nvPr>
        </p:nvSpPr>
        <p:spPr bwMode="white">
          <a:xfrm>
            <a:off x="685800" y="4343400"/>
            <a:ext cx="5486400" cy="4114800"/>
          </a:xfrm>
          <a:prstGeom prst="rect">
            <a:avLst/>
          </a:prstGeom>
          <a:ln>
            <a:headEnd type="none"/>
            <a:tailEnd type="none"/>
          </a:ln>
        </p:spPr>
        <p:txBody>
          <a:bodyPr lIns="91440" tIns="45720" rIns="91440" bIns="45720" wrap="square"/>
          <a:lstStyle/>
          <a:p>
            <a:pPr/>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p:cNvSpPr>
            <a:spLocks noGrp="1"/>
          </p:cNvSpPr>
          <p:nvPr>
            <p:ph type="ftr" sz="quarter" idx="4"/>
          </p:nvPr>
        </p:nvSpPr>
        <p:spPr bwMode="white">
          <a:xfrm>
            <a:off x="0" y="8685213"/>
            <a:ext cx="2971800" cy="457200"/>
          </a:xfrm>
          <a:prstGeom prst="rect">
            <a:avLst/>
          </a:prstGeom>
          <a:ln>
            <a:headEnd type="none"/>
            <a:tailEnd type="none"/>
          </a:ln>
        </p:spPr>
        <p:txBody>
          <a:bodyPr lIns="91440" tIns="45720" rIns="91440" bIns="45720" anchor="b" wrap="square"/>
          <a:lstStyle>
            <a:lvl1pPr algn="l">
              <a:defRPr sz="1200" dirty="0"/>
            </a:lvl1pPr>
          </a:lstStyle>
          <a:p>
            <a:pPr/>
            <a:endParaRPr lang="en-US" dirty="0"/>
          </a:p>
        </p:txBody>
      </p:sp>
      <p:sp>
        <p:nvSpPr>
          <p:cNvPr id="7" name="Slide Number Placeholder 6"/>
          <p:cNvSpPr>
            <a:spLocks noGrp="1"/>
          </p:cNvSpPr>
          <p:nvPr>
            <p:ph type="sldNum" sz="quarter" idx="5"/>
          </p:nvPr>
        </p:nvSpPr>
        <p:spPr bwMode="white">
          <a:xfrm>
            <a:off x="3884613" y="8685213"/>
            <a:ext cx="2971800" cy="457200"/>
          </a:xfrm>
          <a:prstGeom prst="rect">
            <a:avLst/>
          </a:prstGeom>
          <a:ln>
            <a:headEnd type="none"/>
            <a:tailEnd type="none"/>
          </a:ln>
        </p:spPr>
        <p:txBody>
          <a:bodyPr lIns="91440" tIns="45720" rIns="91440" bIns="45720" anchor="b" wrap="square"/>
          <a:lstStyle>
            <a:lvl1pPr algn="r">
              <a:defRPr sz="1200" dirty="0"/>
            </a:lvl1pPr>
          </a:lstStyle>
          <a:p>
            <a:pPr/>
            <a:fld id="{F93199CD-3E1B-4AE6-990F-76F925F5EA9F}" type="slidenum">
              <a:rPr lang="en-US" dirty="0"/>
              <a:t>‹#›</a:t>
            </a:fld>
            <a:endParaRPr lang="en-US" dirty="0"/>
          </a:p>
        </p:txBody>
      </p:sp>
    </p:spTree>
  </p:cSld>
  <p:clrMap bg1="lt1" tx1="dk1" bg2="lt2" tx2="dk2" accent1="accent1" accent2="accent2" accent3="accent3" accent4="accent4" accent5="accent5" accent6="accent6" hlink="hlink" folHlink="folHlink"/>
  <p:notesStyle>
    <a:lvl1pPr marL="0" rtl="0" algn="l" defTabSz="914400">
      <a:defRPr sz="1200" kern="1200" dirty="0">
        <a:solidFill>
          <a:schemeClr val="dk1"/>
        </a:solidFill>
        <a:latin typeface="+mn-lt"/>
        <a:ea typeface="+mn-ea"/>
        <a:cs typeface="+mn-cs"/>
      </a:defRPr>
    </a:lvl1pPr>
    <a:lvl2pPr marL="457200" rtl="0" algn="l" defTabSz="914400">
      <a:defRPr sz="1200" kern="1200" dirty="0">
        <a:solidFill>
          <a:schemeClr val="dk1"/>
        </a:solidFill>
        <a:latin typeface="+mn-lt"/>
        <a:ea typeface="+mn-ea"/>
        <a:cs typeface="+mn-cs"/>
      </a:defRPr>
    </a:lvl2pPr>
    <a:lvl3pPr marL="914400" rtl="0" algn="l" defTabSz="914400">
      <a:defRPr sz="1200" kern="1200" dirty="0">
        <a:solidFill>
          <a:schemeClr val="dk1"/>
        </a:solidFill>
        <a:latin typeface="+mn-lt"/>
        <a:ea typeface="+mn-ea"/>
        <a:cs typeface="+mn-cs"/>
      </a:defRPr>
    </a:lvl3pPr>
    <a:lvl4pPr marL="1371600" rtl="0" algn="l" defTabSz="914400">
      <a:defRPr sz="1200" kern="1200" dirty="0">
        <a:solidFill>
          <a:schemeClr val="dk1"/>
        </a:solidFill>
        <a:latin typeface="+mn-lt"/>
        <a:ea typeface="+mn-ea"/>
        <a:cs typeface="+mn-cs"/>
      </a:defRPr>
    </a:lvl4pPr>
    <a:lvl5pPr marL="1828800" rtl="0" algn="l" defTabSz="914400">
      <a:defRPr sz="1200" kern="1200" dirty="0">
        <a:solidFill>
          <a:schemeClr val="dk1"/>
        </a:solidFill>
        <a:latin typeface="+mn-lt"/>
        <a:ea typeface="+mn-ea"/>
        <a:cs typeface="+mn-cs"/>
      </a:defRPr>
    </a:lvl5pPr>
    <a:lvl6pPr marL="2286000" rtl="0" algn="l" defTabSz="914400">
      <a:defRPr sz="1200" kern="1200" dirty="0">
        <a:solidFill>
          <a:schemeClr val="dk1"/>
        </a:solidFill>
        <a:latin typeface="+mn-lt"/>
        <a:ea typeface="+mn-ea"/>
        <a:cs typeface="+mn-cs"/>
      </a:defRPr>
    </a:lvl6pPr>
    <a:lvl7pPr marL="2743200" rtl="0" algn="l" defTabSz="914400">
      <a:defRPr sz="1200" kern="1200" dirty="0">
        <a:solidFill>
          <a:schemeClr val="dk1"/>
        </a:solidFill>
        <a:latin typeface="+mn-lt"/>
        <a:ea typeface="+mn-ea"/>
        <a:cs typeface="+mn-cs"/>
      </a:defRPr>
    </a:lvl7pPr>
    <a:lvl8pPr marL="3200400" rtl="0" algn="l" defTabSz="914400">
      <a:defRPr sz="1200" kern="1200" dirty="0">
        <a:solidFill>
          <a:schemeClr val="dk1"/>
        </a:solidFill>
        <a:latin typeface="+mn-lt"/>
        <a:ea typeface="+mn-ea"/>
        <a:cs typeface="+mn-cs"/>
      </a:defRPr>
    </a:lvl8pPr>
    <a:lvl9pPr marL="3657600" rtl="0" algn="l" defTabSz="914400">
      <a:defRPr sz="1200" kern="1200" dirty="0">
        <a:solidFill>
          <a:schemeClr val="dk1"/>
        </a:solidFill>
        <a:latin typeface="+mn-lt"/>
        <a:ea typeface="+mn-ea"/>
        <a:cs typeface="+mn-cs"/>
      </a:defRPr>
    </a:lvl9pPr>
  </p:notesStyle>
</p:notesMaster>
</file>

<file path=ppt/slideLayouts/_rels/slideLayout1.xml.rels>&#65279;<?xml version="1.0" encoding="utf-8" standalone="yes"?><Relationships xmlns="http://schemas.openxmlformats.org/package/2006/relationships"><Relationship Id="rId1" Type="http://schemas.openxmlformats.org/officeDocument/2006/relationships/slideMaster" Target="../slideMasters/slideMaster1.xml" /></Relationships>
</file>

<file path=ppt/slideLayouts/_rels/slideLayout2.xml.rels>&#65279;<?xml version="1.0" encoding="utf-8" standalone="yes"?><Relationships xmlns="http://schemas.openxmlformats.org/package/2006/relationships"><Relationship Id="rId1" Type="http://schemas.openxmlformats.org/officeDocument/2006/relationships/slideMaster" Target="../slideMasters/slideMaster1.xml" /></Relationships>
</file>

<file path=ppt/slideLayouts/_rels/slideLayout3.xml.rels>&#65279;<?xml version="1.0" encoding="utf-8" standalone="yes"?><Relationships xmlns="http://schemas.openxmlformats.org/package/2006/relationships"><Relationship Id="rId1" Type="http://schemas.openxmlformats.org/officeDocument/2006/relationships/slideMaster" Target="../slideMasters/slideMaster1.xml" /></Relationships>
</file>

<file path=ppt/slideLayouts/_rels/slideLayout4.xml.rels>&#65279;<?xml version="1.0" encoding="utf-8" standalone="yes"?><Relationships xmlns="http://schemas.openxmlformats.org/package/2006/relationships"><Relationship Id="rId1" Type="http://schemas.openxmlformats.org/officeDocument/2006/relationships/slideMaster" Target="../slideMasters/slideMaster1.xml" /></Relationships>
</file>

<file path=ppt/slideLayouts/_rels/slideLayout5.xml.rels>&#65279;<?xml version="1.0" encoding="utf-8" standalone="yes"?><Relationships xmlns="http://schemas.openxmlformats.org/package/2006/relationships"><Relationship Id="rId1" Type="http://schemas.openxmlformats.org/officeDocument/2006/relationships/slideMaster" Target="../slideMasters/slideMaster1.xml" /></Relationships>
</file>

<file path=ppt/slideLayouts/_rels/slideLayout6.xml.rels>&#65279;<?xml version="1.0" encoding="utf-8" standalone="yes"?><Relationships xmlns="http://schemas.openxmlformats.org/package/2006/relationships"><Relationship Id="rId1" Type="http://schemas.openxmlformats.org/officeDocument/2006/relationships/slideMaster" Target="../slideMasters/slideMaster1.xml" /></Relationships>
</file>

<file path=ppt/slideLayouts/_rels/slideLayout7.xml.rels>&#65279;<?xml version="1.0" encoding="utf-8" standalone="yes"?><Relationships xmlns="http://schemas.openxmlformats.org/package/2006/relationships"><Relationship Id="rId1" Type="http://schemas.openxmlformats.org/officeDocument/2006/relationships/slideMaster" Target="../slideMasters/slideMaster1.xml" /></Relationships>
</file>

<file path=ppt/slideLayouts/_rels/slideLayout8.xml.rels>&#65279;<?xml version="1.0" encoding="utf-8" standalone="yes"?><Relationships xmlns="http://schemas.openxmlformats.org/package/2006/relationships"><Relationship Id="rId1" Type="http://schemas.openxmlformats.org/officeDocument/2006/relationships/slideMaster" Target="../slideMasters/slideMaster1.xml" /></Relationships>
</file>

<file path=ppt/slideLayouts/_rels/slideLayout9.xml.rels>&#65279;<?xml version="1.0" encoding="utf-8" standalone="yes"?><Relationships xmlns="http://schemas.openxmlformats.org/package/2006/relationships"><Relationship Id="rId1" Type="http://schemas.openxmlformats.org/officeDocument/2006/relationships/slideMaster" Target="../slideMasters/slideMaster1.xml" /></Relationships>
</file>

<file path=ppt/slideLayouts/_rels/slideLayout10.xml.rels>&#65279;<?xml version="1.0" encoding="utf-8" standalone="yes"?><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bwMode="white">
          <a:ln>
            <a:headEnd type="none"/>
            <a:tailEnd type="none"/>
          </a:ln>
        </p:spPr>
        <p:txBody>
          <a:bodyPr wrap="square"/>
          <a:lstStyle/>
          <a:p>
            <a:pPr/>
            <a:r>
              <a:rPr lang="en-US" dirty="0"/>
              <a:t>Click to edit Master title style</a:t>
            </a:r>
          </a:p>
        </p:txBody>
      </p:sp>
      <p:sp>
        <p:nvSpPr>
          <p:cNvPr id="3" name="Content Placeholder 2"/>
          <p:cNvSpPr>
            <a:spLocks noGrp="1"/>
          </p:cNvSpPr>
          <p:nvPr>
            <p:ph idx="1"/>
          </p:nvPr>
        </p:nvSpPr>
        <p:spPr bwMode="white">
          <a:ln>
            <a:headEnd type="none"/>
            <a:tailEnd type="none"/>
          </a:ln>
        </p:spPr>
        <p:txBody>
          <a:bodyPr wrap="square"/>
          <a:lstStyle/>
          <a:p>
            <a:pPr/>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bwMode="white">
          <a:ln>
            <a:headEnd type="none"/>
            <a:tailEnd type="none"/>
          </a:ln>
        </p:spPr>
        <p:txBody>
          <a:bodyPr wrap="square"/>
          <a:lstStyle/>
          <a:p>
            <a:pPr/>
            <a:fld id="{03F41C87-7AD9-4845-A077-840E4A0F3F06}" type="datetimeFigureOut">
              <a:rPr lang="en-US" dirty="0"/>
              <a:t>3/2/2026</a:t>
            </a:fld>
            <a:endParaRPr lang="en-US" dirty="0"/>
          </a:p>
        </p:txBody>
      </p:sp>
      <p:sp>
        <p:nvSpPr>
          <p:cNvPr id="5" name="Footer Placeholder 4"/>
          <p:cNvSpPr>
            <a:spLocks noGrp="1"/>
          </p:cNvSpPr>
          <p:nvPr>
            <p:ph type="ftr" sz="quarter" idx="11"/>
          </p:nvPr>
        </p:nvSpPr>
        <p:spPr bwMode="white">
          <a:ln>
            <a:headEnd type="none"/>
            <a:tailEnd type="none"/>
          </a:ln>
        </p:spPr>
        <p:txBody>
          <a:bodyPr wrap="square"/>
          <a:lstStyle/>
          <a:p>
            <a:pPr/>
            <a:endParaRPr lang="en-US" dirty="0"/>
          </a:p>
        </p:txBody>
      </p:sp>
      <p:sp>
        <p:nvSpPr>
          <p:cNvPr id="6" name="Slide Number Placeholder 5"/>
          <p:cNvSpPr>
            <a:spLocks noGrp="1"/>
          </p:cNvSpPr>
          <p:nvPr>
            <p:ph type="sldNum" sz="quarter" idx="12"/>
          </p:nvPr>
        </p:nvSpPr>
        <p:spPr bwMode="white">
          <a:ln>
            <a:headEnd type="none"/>
            <a:tailEnd type="none"/>
          </a:ln>
        </p:spPr>
        <p:txBody>
          <a:bodyPr wrap="square"/>
          <a:lstStyle/>
          <a:p>
            <a:pPr/>
            <a:fld id="{2A013F82-EE5E-44EE-A61D-E31C6657F26F}" type="slidenum">
              <a:rPr lang="en-US" dirty="0"/>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bwMode="white">
          <a:xfrm>
            <a:off x="831633" y="1709739"/>
            <a:ext cx="10512862" cy="2852737"/>
          </a:xfrm>
          <a:ln>
            <a:headEnd type="none"/>
            <a:tailEnd type="none"/>
          </a:ln>
        </p:spPr>
        <p:txBody>
          <a:bodyPr anchor="b" wrap="square"/>
          <a:lstStyle>
            <a:lvl1pPr>
              <a:defRPr sz="5998" dirty="0"/>
            </a:lvl1pPr>
          </a:lstStyle>
          <a:p>
            <a:pPr/>
            <a:r>
              <a:rPr lang="en-US" dirty="0"/>
              <a:t>Click to edit Master title style</a:t>
            </a:r>
          </a:p>
        </p:txBody>
      </p:sp>
      <p:sp>
        <p:nvSpPr>
          <p:cNvPr id="3" name="Text Placeholder 2"/>
          <p:cNvSpPr>
            <a:spLocks noGrp="1"/>
          </p:cNvSpPr>
          <p:nvPr>
            <p:ph type="body" idx="1"/>
          </p:nvPr>
        </p:nvSpPr>
        <p:spPr bwMode="white">
          <a:xfrm>
            <a:off x="831633" y="4589464"/>
            <a:ext cx="10512862" cy="1500187"/>
          </a:xfrm>
          <a:ln>
            <a:headEnd type="none"/>
            <a:tailEnd type="none"/>
          </a:ln>
        </p:spPr>
        <p:txBody>
          <a:bodyPr wrap="square"/>
          <a:lstStyle>
            <a:lvl1pPr marL="0" indent="0">
              <a:buNone/>
              <a:defRPr sz="2399" dirty="0">
                <a:solidFill>
                  <a:schemeClr val="tx1">
                    <a:tint val="75000"/>
                  </a:schemeClr>
                </a:solidFill>
              </a:defRPr>
            </a:lvl1pPr>
            <a:lvl2pPr marL="457063" indent="0">
              <a:buNone/>
              <a:defRPr sz="1999" dirty="0">
                <a:solidFill>
                  <a:schemeClr val="tx1">
                    <a:tint val="75000"/>
                  </a:schemeClr>
                </a:solidFill>
              </a:defRPr>
            </a:lvl2pPr>
            <a:lvl3pPr marL="914126" indent="0">
              <a:buNone/>
              <a:defRPr sz="1799" dirty="0">
                <a:solidFill>
                  <a:schemeClr val="tx1">
                    <a:tint val="75000"/>
                  </a:schemeClr>
                </a:solidFill>
              </a:defRPr>
            </a:lvl3pPr>
            <a:lvl4pPr marL="1371189" indent="0">
              <a:buNone/>
              <a:defRPr sz="1600" dirty="0">
                <a:solidFill>
                  <a:schemeClr val="tx1">
                    <a:tint val="75000"/>
                  </a:schemeClr>
                </a:solidFill>
              </a:defRPr>
            </a:lvl4pPr>
            <a:lvl5pPr marL="1828251" indent="0">
              <a:buNone/>
              <a:defRPr sz="1600" dirty="0">
                <a:solidFill>
                  <a:schemeClr val="tx1">
                    <a:tint val="75000"/>
                  </a:schemeClr>
                </a:solidFill>
              </a:defRPr>
            </a:lvl5pPr>
            <a:lvl6pPr marL="2285314" indent="0">
              <a:buNone/>
              <a:defRPr sz="1600" dirty="0">
                <a:solidFill>
                  <a:schemeClr val="tx1">
                    <a:tint val="75000"/>
                  </a:schemeClr>
                </a:solidFill>
              </a:defRPr>
            </a:lvl6pPr>
            <a:lvl7pPr marL="2742377" indent="0">
              <a:buNone/>
              <a:defRPr sz="1600" dirty="0">
                <a:solidFill>
                  <a:schemeClr val="tx1">
                    <a:tint val="75000"/>
                  </a:schemeClr>
                </a:solidFill>
              </a:defRPr>
            </a:lvl7pPr>
            <a:lvl8pPr marL="3199440" indent="0">
              <a:buNone/>
              <a:defRPr sz="1600" dirty="0">
                <a:solidFill>
                  <a:schemeClr val="tx1">
                    <a:tint val="75000"/>
                  </a:schemeClr>
                </a:solidFill>
              </a:defRPr>
            </a:lvl8pPr>
            <a:lvl9pPr marL="3656503" indent="0">
              <a:buNone/>
              <a:defRPr sz="1600" dirty="0">
                <a:solidFill>
                  <a:schemeClr val="tx1">
                    <a:tint val="75000"/>
                  </a:schemeClr>
                </a:solidFill>
              </a:defRPr>
            </a:lvl9pPr>
          </a:lstStyle>
          <a:p>
            <a:pPr/>
            <a:r>
              <a:rPr lang="en-US" dirty="0"/>
              <a:t>Click to edit Master text styles</a:t>
            </a:r>
          </a:p>
        </p:txBody>
      </p:sp>
      <p:sp>
        <p:nvSpPr>
          <p:cNvPr id="4" name="Date Placeholder 3"/>
          <p:cNvSpPr>
            <a:spLocks noGrp="1"/>
          </p:cNvSpPr>
          <p:nvPr>
            <p:ph type="dt" sz="half" idx="10"/>
          </p:nvPr>
        </p:nvSpPr>
        <p:spPr bwMode="white">
          <a:ln>
            <a:headEnd type="none"/>
            <a:tailEnd type="none"/>
          </a:ln>
        </p:spPr>
        <p:txBody>
          <a:bodyPr wrap="square"/>
          <a:lstStyle/>
          <a:p>
            <a:pPr/>
            <a:fld id="{03F41C87-7AD9-4845-A077-840E4A0F3F06}" type="datetimeFigureOut">
              <a:rPr lang="en-US" dirty="0"/>
              <a:t>3/2/2026</a:t>
            </a:fld>
            <a:endParaRPr lang="en-US" dirty="0"/>
          </a:p>
        </p:txBody>
      </p:sp>
      <p:sp>
        <p:nvSpPr>
          <p:cNvPr id="5" name="Footer Placeholder 4"/>
          <p:cNvSpPr>
            <a:spLocks noGrp="1"/>
          </p:cNvSpPr>
          <p:nvPr>
            <p:ph type="ftr" sz="quarter" idx="11"/>
          </p:nvPr>
        </p:nvSpPr>
        <p:spPr bwMode="white">
          <a:ln>
            <a:headEnd type="none"/>
            <a:tailEnd type="none"/>
          </a:ln>
        </p:spPr>
        <p:txBody>
          <a:bodyPr wrap="square"/>
          <a:lstStyle/>
          <a:p>
            <a:pPr/>
            <a:endParaRPr lang="en-US" dirty="0"/>
          </a:p>
        </p:txBody>
      </p:sp>
      <p:sp>
        <p:nvSpPr>
          <p:cNvPr id="6" name="Slide Number Placeholder 5"/>
          <p:cNvSpPr>
            <a:spLocks noGrp="1"/>
          </p:cNvSpPr>
          <p:nvPr>
            <p:ph type="sldNum" sz="quarter" idx="12"/>
          </p:nvPr>
        </p:nvSpPr>
        <p:spPr bwMode="white">
          <a:ln>
            <a:headEnd type="none"/>
            <a:tailEnd type="none"/>
          </a:ln>
        </p:spPr>
        <p:txBody>
          <a:bodyPr wrap="square"/>
          <a:lstStyle/>
          <a:p>
            <a:pPr/>
            <a:fld id="{2A013F82-EE5E-44EE-A61D-E31C6657F26F}"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Two Content">
    <p:spTree>
      <p:nvGrpSpPr>
        <p:cNvPr id="1" name=""/>
        <p:cNvGrpSpPr/>
        <p:nvPr/>
      </p:nvGrpSpPr>
      <p:grpSpPr>
        <a:xfrm>
          <a:off x="0" y="0"/>
          <a:ext cx="0" cy="0"/>
          <a:chOff x="0" y="0"/>
          <a:chExt cx="0" cy="0"/>
        </a:xfrm>
      </p:grpSpPr>
      <p:sp>
        <p:nvSpPr>
          <p:cNvPr id="2" name="Title 1"/>
          <p:cNvSpPr>
            <a:spLocks noGrp="1"/>
          </p:cNvSpPr>
          <p:nvPr>
            <p:ph type="title"/>
          </p:nvPr>
        </p:nvSpPr>
        <p:spPr bwMode="white">
          <a:ln>
            <a:headEnd type="none"/>
            <a:tailEnd type="none"/>
          </a:ln>
        </p:spPr>
        <p:txBody>
          <a:bodyPr wrap="square"/>
          <a:lstStyle/>
          <a:p>
            <a:pPr/>
            <a:r>
              <a:rPr lang="en-US" dirty="0"/>
              <a:t>Click to edit Master title style</a:t>
            </a:r>
          </a:p>
        </p:txBody>
      </p:sp>
      <p:sp>
        <p:nvSpPr>
          <p:cNvPr id="3" name="Content Placeholder 2"/>
          <p:cNvSpPr>
            <a:spLocks noGrp="1"/>
          </p:cNvSpPr>
          <p:nvPr>
            <p:ph sz="half" idx="1"/>
          </p:nvPr>
        </p:nvSpPr>
        <p:spPr bwMode="white">
          <a:xfrm>
            <a:off x="837982" y="1825625"/>
            <a:ext cx="5180251" cy="4351338"/>
          </a:xfrm>
          <a:ln>
            <a:headEnd type="none"/>
            <a:tailEnd type="none"/>
          </a:ln>
        </p:spPr>
        <p:txBody>
          <a:bodyPr wrap="square"/>
          <a:lstStyle/>
          <a:p>
            <a:pPr/>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bwMode="white">
          <a:xfrm>
            <a:off x="6170592" y="1825625"/>
            <a:ext cx="5180251" cy="4351338"/>
          </a:xfrm>
          <a:ln>
            <a:headEnd type="none"/>
            <a:tailEnd type="none"/>
          </a:ln>
        </p:spPr>
        <p:txBody>
          <a:bodyPr wrap="square"/>
          <a:lstStyle/>
          <a:p>
            <a:pPr/>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p:cNvSpPr>
            <a:spLocks noGrp="1"/>
          </p:cNvSpPr>
          <p:nvPr>
            <p:ph type="dt" sz="half" idx="10"/>
          </p:nvPr>
        </p:nvSpPr>
        <p:spPr bwMode="white">
          <a:ln>
            <a:headEnd type="none"/>
            <a:tailEnd type="none"/>
          </a:ln>
        </p:spPr>
        <p:txBody>
          <a:bodyPr wrap="square"/>
          <a:lstStyle/>
          <a:p>
            <a:pPr/>
            <a:fld id="{03F41C87-7AD9-4845-A077-840E4A0F3F06}" type="datetimeFigureOut">
              <a:rPr lang="en-US" dirty="0"/>
              <a:t>3/2/2026</a:t>
            </a:fld>
            <a:endParaRPr lang="en-US" dirty="0"/>
          </a:p>
        </p:txBody>
      </p:sp>
      <p:sp>
        <p:nvSpPr>
          <p:cNvPr id="6" name="Footer Placeholder 5"/>
          <p:cNvSpPr>
            <a:spLocks noGrp="1"/>
          </p:cNvSpPr>
          <p:nvPr>
            <p:ph type="ftr" sz="quarter" idx="11"/>
          </p:nvPr>
        </p:nvSpPr>
        <p:spPr bwMode="white">
          <a:ln>
            <a:headEnd type="none"/>
            <a:tailEnd type="none"/>
          </a:ln>
        </p:spPr>
        <p:txBody>
          <a:bodyPr wrap="square"/>
          <a:lstStyle/>
          <a:p>
            <a:pPr/>
            <a:endParaRPr lang="en-US" dirty="0"/>
          </a:p>
        </p:txBody>
      </p:sp>
      <p:sp>
        <p:nvSpPr>
          <p:cNvPr id="7" name="Slide Number Placeholder 6"/>
          <p:cNvSpPr>
            <a:spLocks noGrp="1"/>
          </p:cNvSpPr>
          <p:nvPr>
            <p:ph type="sldNum" sz="quarter" idx="12"/>
          </p:nvPr>
        </p:nvSpPr>
        <p:spPr bwMode="white">
          <a:ln>
            <a:headEnd type="none"/>
            <a:tailEnd type="none"/>
          </a:ln>
        </p:spPr>
        <p:txBody>
          <a:bodyPr wrap="square"/>
          <a:lstStyle/>
          <a:p>
            <a:pPr/>
            <a:fld id="{2A013F82-EE5E-44EE-A61D-E31C6657F26F}" type="slidenum">
              <a:rPr lang="en-US" dirty="0"/>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Comparison">
    <p:spTree>
      <p:nvGrpSpPr>
        <p:cNvPr id="1" name=""/>
        <p:cNvGrpSpPr/>
        <p:nvPr/>
      </p:nvGrpSpPr>
      <p:grpSpPr>
        <a:xfrm>
          <a:off x="0" y="0"/>
          <a:ext cx="0" cy="0"/>
          <a:chOff x="0" y="0"/>
          <a:chExt cx="0" cy="0"/>
        </a:xfrm>
      </p:grpSpPr>
      <p:sp>
        <p:nvSpPr>
          <p:cNvPr id="2" name="Title 1"/>
          <p:cNvSpPr>
            <a:spLocks noGrp="1"/>
          </p:cNvSpPr>
          <p:nvPr>
            <p:ph type="title"/>
          </p:nvPr>
        </p:nvSpPr>
        <p:spPr bwMode="white">
          <a:xfrm>
            <a:off x="839569" y="365126"/>
            <a:ext cx="10512862" cy="1325563"/>
          </a:xfrm>
          <a:ln>
            <a:headEnd type="none"/>
            <a:tailEnd type="none"/>
          </a:ln>
        </p:spPr>
        <p:txBody>
          <a:bodyPr wrap="square"/>
          <a:lstStyle/>
          <a:p>
            <a:pPr/>
            <a:r>
              <a:rPr lang="en-US" dirty="0"/>
              <a:t>Click to edit Master title style</a:t>
            </a:r>
          </a:p>
        </p:txBody>
      </p:sp>
      <p:sp>
        <p:nvSpPr>
          <p:cNvPr id="3" name="Text Placeholder 2"/>
          <p:cNvSpPr>
            <a:spLocks noGrp="1"/>
          </p:cNvSpPr>
          <p:nvPr>
            <p:ph type="body" idx="1"/>
          </p:nvPr>
        </p:nvSpPr>
        <p:spPr bwMode="white">
          <a:xfrm>
            <a:off x="839570" y="1681163"/>
            <a:ext cx="5156444" cy="823912"/>
          </a:xfrm>
          <a:ln>
            <a:headEnd type="none"/>
            <a:tailEnd type="none"/>
          </a:ln>
        </p:spPr>
        <p:txBody>
          <a:bodyPr anchor="b" wrap="square"/>
          <a:lstStyle>
            <a:lvl1pPr marL="0" indent="0">
              <a:buNone/>
              <a:defRPr sz="2399" b="1" dirty="0"/>
            </a:lvl1pPr>
            <a:lvl2pPr marL="457063" indent="0">
              <a:buNone/>
              <a:defRPr sz="1999" b="1" dirty="0"/>
            </a:lvl2pPr>
            <a:lvl3pPr marL="914126" indent="0">
              <a:buNone/>
              <a:defRPr sz="1799" b="1" dirty="0"/>
            </a:lvl3pPr>
            <a:lvl4pPr marL="1371189" indent="0">
              <a:buNone/>
              <a:defRPr sz="1600" b="1" dirty="0"/>
            </a:lvl4pPr>
            <a:lvl5pPr marL="1828251" indent="0">
              <a:buNone/>
              <a:defRPr sz="1600" b="1" dirty="0"/>
            </a:lvl5pPr>
            <a:lvl6pPr marL="2285314" indent="0">
              <a:buNone/>
              <a:defRPr sz="1600" b="1" dirty="0"/>
            </a:lvl6pPr>
            <a:lvl7pPr marL="2742377" indent="0">
              <a:buNone/>
              <a:defRPr sz="1600" b="1" dirty="0"/>
            </a:lvl7pPr>
            <a:lvl8pPr marL="3199440" indent="0">
              <a:buNone/>
              <a:defRPr sz="1600" b="1" dirty="0"/>
            </a:lvl8pPr>
            <a:lvl9pPr marL="3656503" indent="0">
              <a:buNone/>
              <a:defRPr sz="1600" b="1" dirty="0"/>
            </a:lvl9pPr>
          </a:lstStyle>
          <a:p>
            <a:pPr/>
            <a:r>
              <a:rPr lang="en-US" dirty="0"/>
              <a:t>Click to edit Master text styles</a:t>
            </a:r>
          </a:p>
        </p:txBody>
      </p:sp>
      <p:sp>
        <p:nvSpPr>
          <p:cNvPr id="4" name="Content Placeholder 3"/>
          <p:cNvSpPr>
            <a:spLocks noGrp="1"/>
          </p:cNvSpPr>
          <p:nvPr>
            <p:ph sz="half" idx="2"/>
          </p:nvPr>
        </p:nvSpPr>
        <p:spPr bwMode="white">
          <a:xfrm>
            <a:off x="839570" y="2505075"/>
            <a:ext cx="5156444" cy="3684588"/>
          </a:xfrm>
          <a:ln>
            <a:headEnd type="none"/>
            <a:tailEnd type="none"/>
          </a:ln>
        </p:spPr>
        <p:txBody>
          <a:bodyPr wrap="square"/>
          <a:lstStyle/>
          <a:p>
            <a:pPr/>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bwMode="white">
          <a:xfrm>
            <a:off x="6170593" y="1681163"/>
            <a:ext cx="5181838" cy="823912"/>
          </a:xfrm>
          <a:ln>
            <a:headEnd type="none"/>
            <a:tailEnd type="none"/>
          </a:ln>
        </p:spPr>
        <p:txBody>
          <a:bodyPr anchor="b" wrap="square"/>
          <a:lstStyle>
            <a:lvl1pPr marL="0" indent="0">
              <a:buNone/>
              <a:defRPr sz="2399" b="1" dirty="0"/>
            </a:lvl1pPr>
            <a:lvl2pPr marL="457063" indent="0">
              <a:buNone/>
              <a:defRPr sz="1999" b="1" dirty="0"/>
            </a:lvl2pPr>
            <a:lvl3pPr marL="914126" indent="0">
              <a:buNone/>
              <a:defRPr sz="1799" b="1" dirty="0"/>
            </a:lvl3pPr>
            <a:lvl4pPr marL="1371189" indent="0">
              <a:buNone/>
              <a:defRPr sz="1600" b="1" dirty="0"/>
            </a:lvl4pPr>
            <a:lvl5pPr marL="1828251" indent="0">
              <a:buNone/>
              <a:defRPr sz="1600" b="1" dirty="0"/>
            </a:lvl5pPr>
            <a:lvl6pPr marL="2285314" indent="0">
              <a:buNone/>
              <a:defRPr sz="1600" b="1" dirty="0"/>
            </a:lvl6pPr>
            <a:lvl7pPr marL="2742377" indent="0">
              <a:buNone/>
              <a:defRPr sz="1600" b="1" dirty="0"/>
            </a:lvl7pPr>
            <a:lvl8pPr marL="3199440" indent="0">
              <a:buNone/>
              <a:defRPr sz="1600" b="1" dirty="0"/>
            </a:lvl8pPr>
            <a:lvl9pPr marL="3656503" indent="0">
              <a:buNone/>
              <a:defRPr sz="1600" b="1" dirty="0"/>
            </a:lvl9pPr>
          </a:lstStyle>
          <a:p>
            <a:pPr/>
            <a:r>
              <a:rPr lang="en-US" dirty="0"/>
              <a:t>Click to edit Master text styles</a:t>
            </a:r>
          </a:p>
        </p:txBody>
      </p:sp>
      <p:sp>
        <p:nvSpPr>
          <p:cNvPr id="6" name="Content Placeholder 5"/>
          <p:cNvSpPr>
            <a:spLocks noGrp="1"/>
          </p:cNvSpPr>
          <p:nvPr>
            <p:ph sz="quarter" idx="4"/>
          </p:nvPr>
        </p:nvSpPr>
        <p:spPr bwMode="white">
          <a:xfrm>
            <a:off x="6170593" y="2505075"/>
            <a:ext cx="5181838" cy="3684588"/>
          </a:xfrm>
          <a:ln>
            <a:headEnd type="none"/>
            <a:tailEnd type="none"/>
          </a:ln>
        </p:spPr>
        <p:txBody>
          <a:bodyPr wrap="square"/>
          <a:lstStyle/>
          <a:p>
            <a:pPr/>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p:cNvSpPr>
            <a:spLocks noGrp="1"/>
          </p:cNvSpPr>
          <p:nvPr>
            <p:ph type="dt" sz="half" idx="10"/>
          </p:nvPr>
        </p:nvSpPr>
        <p:spPr bwMode="white">
          <a:ln>
            <a:headEnd type="none"/>
            <a:tailEnd type="none"/>
          </a:ln>
        </p:spPr>
        <p:txBody>
          <a:bodyPr wrap="square"/>
          <a:lstStyle/>
          <a:p>
            <a:pPr/>
            <a:fld id="{03F41C87-7AD9-4845-A077-840E4A0F3F06}" type="datetimeFigureOut">
              <a:rPr lang="en-US" dirty="0"/>
              <a:t>3/2/2026</a:t>
            </a:fld>
            <a:endParaRPr lang="en-US" dirty="0"/>
          </a:p>
        </p:txBody>
      </p:sp>
      <p:sp>
        <p:nvSpPr>
          <p:cNvPr id="8" name="Footer Placeholder 7"/>
          <p:cNvSpPr>
            <a:spLocks noGrp="1"/>
          </p:cNvSpPr>
          <p:nvPr>
            <p:ph type="ftr" sz="quarter" idx="11"/>
          </p:nvPr>
        </p:nvSpPr>
        <p:spPr bwMode="white">
          <a:ln>
            <a:headEnd type="none"/>
            <a:tailEnd type="none"/>
          </a:ln>
        </p:spPr>
        <p:txBody>
          <a:bodyPr wrap="square"/>
          <a:lstStyle/>
          <a:p>
            <a:pPr/>
            <a:endParaRPr lang="en-US" dirty="0"/>
          </a:p>
        </p:txBody>
      </p:sp>
      <p:sp>
        <p:nvSpPr>
          <p:cNvPr id="9" name="Slide Number Placeholder 8"/>
          <p:cNvSpPr>
            <a:spLocks noGrp="1"/>
          </p:cNvSpPr>
          <p:nvPr>
            <p:ph type="sldNum" sz="quarter" idx="12"/>
          </p:nvPr>
        </p:nvSpPr>
        <p:spPr bwMode="white">
          <a:ln>
            <a:headEnd type="none"/>
            <a:tailEnd type="none"/>
          </a:ln>
        </p:spPr>
        <p:txBody>
          <a:bodyPr wrap="square"/>
          <a:lstStyle/>
          <a:p>
            <a:pPr/>
            <a:fld id="{2A013F82-EE5E-44EE-A61D-E31C6657F26F}"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cSld name="Title Only">
    <p:spTree>
      <p:nvGrpSpPr>
        <p:cNvPr id="1" name=""/>
        <p:cNvGrpSpPr/>
        <p:nvPr/>
      </p:nvGrpSpPr>
      <p:grpSpPr>
        <a:xfrm>
          <a:off x="0" y="0"/>
          <a:ext cx="0" cy="0"/>
          <a:chOff x="0" y="0"/>
          <a:chExt cx="0" cy="0"/>
        </a:xfrm>
      </p:grpSpPr>
      <p:sp>
        <p:nvSpPr>
          <p:cNvPr id="2" name="Title 1"/>
          <p:cNvSpPr>
            <a:spLocks noGrp="1"/>
          </p:cNvSpPr>
          <p:nvPr>
            <p:ph type="title"/>
          </p:nvPr>
        </p:nvSpPr>
        <p:spPr bwMode="white">
          <a:ln>
            <a:headEnd type="none"/>
            <a:tailEnd type="none"/>
          </a:ln>
        </p:spPr>
        <p:txBody>
          <a:bodyPr wrap="square"/>
          <a:lstStyle/>
          <a:p>
            <a:pPr/>
            <a:r>
              <a:rPr lang="en-US" dirty="0"/>
              <a:t>Click to edit Master title style</a:t>
            </a:r>
          </a:p>
        </p:txBody>
      </p:sp>
      <p:sp>
        <p:nvSpPr>
          <p:cNvPr id="3" name="Date Placeholder 2"/>
          <p:cNvSpPr>
            <a:spLocks noGrp="1"/>
          </p:cNvSpPr>
          <p:nvPr>
            <p:ph type="dt" sz="half" idx="10"/>
          </p:nvPr>
        </p:nvSpPr>
        <p:spPr bwMode="white">
          <a:ln>
            <a:headEnd type="none"/>
            <a:tailEnd type="none"/>
          </a:ln>
        </p:spPr>
        <p:txBody>
          <a:bodyPr wrap="square"/>
          <a:lstStyle/>
          <a:p>
            <a:pPr/>
            <a:fld id="{03F41C87-7AD9-4845-A077-840E4A0F3F06}" type="datetimeFigureOut">
              <a:rPr lang="en-US" dirty="0"/>
              <a:t>3/2/2026</a:t>
            </a:fld>
            <a:endParaRPr lang="en-US" dirty="0"/>
          </a:p>
        </p:txBody>
      </p:sp>
      <p:sp>
        <p:nvSpPr>
          <p:cNvPr id="4" name="Footer Placeholder 3"/>
          <p:cNvSpPr>
            <a:spLocks noGrp="1"/>
          </p:cNvSpPr>
          <p:nvPr>
            <p:ph type="ftr" sz="quarter" idx="11"/>
          </p:nvPr>
        </p:nvSpPr>
        <p:spPr bwMode="white">
          <a:ln>
            <a:headEnd type="none"/>
            <a:tailEnd type="none"/>
          </a:ln>
        </p:spPr>
        <p:txBody>
          <a:bodyPr wrap="square"/>
          <a:lstStyle/>
          <a:p>
            <a:pPr/>
            <a:endParaRPr lang="en-US" dirty="0"/>
          </a:p>
        </p:txBody>
      </p:sp>
      <p:sp>
        <p:nvSpPr>
          <p:cNvPr id="5" name="Slide Number Placeholder 4"/>
          <p:cNvSpPr>
            <a:spLocks noGrp="1"/>
          </p:cNvSpPr>
          <p:nvPr>
            <p:ph type="sldNum" sz="quarter" idx="12"/>
          </p:nvPr>
        </p:nvSpPr>
        <p:spPr bwMode="white">
          <a:ln>
            <a:headEnd type="none"/>
            <a:tailEnd type="none"/>
          </a:ln>
        </p:spPr>
        <p:txBody>
          <a:bodyPr wrap="square"/>
          <a:lstStyle/>
          <a:p>
            <a:pPr/>
            <a:fld id="{2A013F82-EE5E-44EE-A61D-E31C6657F26F}"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bwMode="white">
          <a:ln>
            <a:headEnd type="none"/>
            <a:tailEnd type="none"/>
          </a:ln>
        </p:spPr>
        <p:txBody>
          <a:bodyPr wrap="square"/>
          <a:lstStyle/>
          <a:p>
            <a:pPr/>
            <a:fld id="{03F41C87-7AD9-4845-A077-840E4A0F3F06}" type="datetimeFigureOut">
              <a:rPr lang="en-US" dirty="0"/>
              <a:t>3/2/2026</a:t>
            </a:fld>
            <a:endParaRPr lang="en-US" dirty="0"/>
          </a:p>
        </p:txBody>
      </p:sp>
      <p:sp>
        <p:nvSpPr>
          <p:cNvPr id="3" name="Footer Placeholder 2"/>
          <p:cNvSpPr>
            <a:spLocks noGrp="1"/>
          </p:cNvSpPr>
          <p:nvPr>
            <p:ph type="ftr" sz="quarter" idx="11"/>
          </p:nvPr>
        </p:nvSpPr>
        <p:spPr bwMode="white">
          <a:ln>
            <a:headEnd type="none"/>
            <a:tailEnd type="none"/>
          </a:ln>
        </p:spPr>
        <p:txBody>
          <a:bodyPr wrap="square"/>
          <a:lstStyle/>
          <a:p>
            <a:pPr/>
            <a:endParaRPr lang="en-US" dirty="0"/>
          </a:p>
        </p:txBody>
      </p:sp>
      <p:sp>
        <p:nvSpPr>
          <p:cNvPr id="4" name="Slide Number Placeholder 3"/>
          <p:cNvSpPr>
            <a:spLocks noGrp="1"/>
          </p:cNvSpPr>
          <p:nvPr>
            <p:ph type="sldNum" sz="quarter" idx="12"/>
          </p:nvPr>
        </p:nvSpPr>
        <p:spPr bwMode="white">
          <a:ln>
            <a:headEnd type="none"/>
            <a:tailEnd type="none"/>
          </a:ln>
        </p:spPr>
        <p:txBody>
          <a:bodyPr wrap="square"/>
          <a:lstStyle/>
          <a:p>
            <a:pPr/>
            <a:fld id="{2A013F82-EE5E-44EE-A61D-E31C6657F26F}"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bwMode="white">
          <a:xfrm>
            <a:off x="839570" y="457200"/>
            <a:ext cx="3931213" cy="1600200"/>
          </a:xfrm>
          <a:ln>
            <a:headEnd type="none"/>
            <a:tailEnd type="none"/>
          </a:ln>
        </p:spPr>
        <p:txBody>
          <a:bodyPr anchor="b" wrap="square"/>
          <a:lstStyle>
            <a:lvl1pPr>
              <a:defRPr sz="3199" dirty="0"/>
            </a:lvl1pPr>
          </a:lstStyle>
          <a:p>
            <a:pPr/>
            <a:r>
              <a:rPr lang="en-US" dirty="0"/>
              <a:t>Click to edit Master title style</a:t>
            </a:r>
          </a:p>
        </p:txBody>
      </p:sp>
      <p:sp>
        <p:nvSpPr>
          <p:cNvPr id="3" name="Content Placeholder 2"/>
          <p:cNvSpPr>
            <a:spLocks noGrp="1"/>
          </p:cNvSpPr>
          <p:nvPr>
            <p:ph idx="1"/>
          </p:nvPr>
        </p:nvSpPr>
        <p:spPr bwMode="white">
          <a:xfrm>
            <a:off x="5181838" y="987426"/>
            <a:ext cx="6170593" cy="4873625"/>
          </a:xfrm>
          <a:ln>
            <a:headEnd type="none"/>
            <a:tailEnd type="none"/>
          </a:ln>
        </p:spPr>
        <p:txBody>
          <a:bodyPr wrap="square"/>
          <a:lstStyle>
            <a:lvl1pPr>
              <a:defRPr sz="3199" dirty="0"/>
            </a:lvl1pPr>
            <a:lvl2pPr>
              <a:defRPr sz="2799" dirty="0"/>
            </a:lvl2pPr>
            <a:lvl3pPr>
              <a:defRPr sz="2399" dirty="0"/>
            </a:lvl3pPr>
            <a:lvl4pPr>
              <a:defRPr sz="1999" dirty="0"/>
            </a:lvl4pPr>
            <a:lvl5pPr>
              <a:defRPr sz="1999" dirty="0"/>
            </a:lvl5pPr>
            <a:lvl6pPr>
              <a:defRPr sz="1999" dirty="0"/>
            </a:lvl6pPr>
            <a:lvl7pPr>
              <a:defRPr sz="1999" dirty="0"/>
            </a:lvl7pPr>
            <a:lvl8pPr>
              <a:defRPr sz="1999" dirty="0"/>
            </a:lvl8pPr>
            <a:lvl9pPr>
              <a:defRPr sz="1999" dirty="0"/>
            </a:lvl9pPr>
          </a:lstStyle>
          <a:p>
            <a:pPr/>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bwMode="white">
          <a:xfrm>
            <a:off x="839570" y="2057400"/>
            <a:ext cx="3931213" cy="3811588"/>
          </a:xfrm>
          <a:ln>
            <a:headEnd type="none"/>
            <a:tailEnd type="none"/>
          </a:ln>
        </p:spPr>
        <p:txBody>
          <a:bodyPr wrap="square"/>
          <a:lstStyle>
            <a:lvl1pPr marL="0" indent="0">
              <a:buNone/>
              <a:defRPr sz="1600" dirty="0"/>
            </a:lvl1pPr>
            <a:lvl2pPr marL="457063" indent="0">
              <a:buNone/>
              <a:defRPr sz="1400" dirty="0"/>
            </a:lvl2pPr>
            <a:lvl3pPr marL="914126" indent="0">
              <a:buNone/>
              <a:defRPr sz="1200" dirty="0"/>
            </a:lvl3pPr>
            <a:lvl4pPr marL="1371189" indent="0">
              <a:buNone/>
              <a:defRPr sz="1000" dirty="0"/>
            </a:lvl4pPr>
            <a:lvl5pPr marL="1828251" indent="0">
              <a:buNone/>
              <a:defRPr sz="1000" dirty="0"/>
            </a:lvl5pPr>
            <a:lvl6pPr marL="2285314" indent="0">
              <a:buNone/>
              <a:defRPr sz="1000" dirty="0"/>
            </a:lvl6pPr>
            <a:lvl7pPr marL="2742377" indent="0">
              <a:buNone/>
              <a:defRPr sz="1000" dirty="0"/>
            </a:lvl7pPr>
            <a:lvl8pPr marL="3199440" indent="0">
              <a:buNone/>
              <a:defRPr sz="1000" dirty="0"/>
            </a:lvl8pPr>
            <a:lvl9pPr marL="3656503" indent="0">
              <a:buNone/>
              <a:defRPr sz="1000" dirty="0"/>
            </a:lvl9pPr>
          </a:lstStyle>
          <a:p>
            <a:pPr/>
            <a:r>
              <a:rPr lang="en-US" dirty="0"/>
              <a:t>Click to edit Master text styles</a:t>
            </a:r>
          </a:p>
        </p:txBody>
      </p:sp>
      <p:sp>
        <p:nvSpPr>
          <p:cNvPr id="5" name="Date Placeholder 4"/>
          <p:cNvSpPr>
            <a:spLocks noGrp="1"/>
          </p:cNvSpPr>
          <p:nvPr>
            <p:ph type="dt" sz="half" idx="10"/>
          </p:nvPr>
        </p:nvSpPr>
        <p:spPr bwMode="white">
          <a:ln>
            <a:headEnd type="none"/>
            <a:tailEnd type="none"/>
          </a:ln>
        </p:spPr>
        <p:txBody>
          <a:bodyPr wrap="square"/>
          <a:lstStyle/>
          <a:p>
            <a:pPr/>
            <a:fld id="{03F41C87-7AD9-4845-A077-840E4A0F3F06}" type="datetimeFigureOut">
              <a:rPr lang="en-US" dirty="0"/>
              <a:t>3/2/2026</a:t>
            </a:fld>
            <a:endParaRPr lang="en-US" dirty="0"/>
          </a:p>
        </p:txBody>
      </p:sp>
      <p:sp>
        <p:nvSpPr>
          <p:cNvPr id="6" name="Footer Placeholder 5"/>
          <p:cNvSpPr>
            <a:spLocks noGrp="1"/>
          </p:cNvSpPr>
          <p:nvPr>
            <p:ph type="ftr" sz="quarter" idx="11"/>
          </p:nvPr>
        </p:nvSpPr>
        <p:spPr bwMode="white">
          <a:ln>
            <a:headEnd type="none"/>
            <a:tailEnd type="none"/>
          </a:ln>
        </p:spPr>
        <p:txBody>
          <a:bodyPr wrap="square"/>
          <a:lstStyle/>
          <a:p>
            <a:pPr/>
            <a:endParaRPr lang="en-US" dirty="0"/>
          </a:p>
        </p:txBody>
      </p:sp>
      <p:sp>
        <p:nvSpPr>
          <p:cNvPr id="7" name="Slide Number Placeholder 6"/>
          <p:cNvSpPr>
            <a:spLocks noGrp="1"/>
          </p:cNvSpPr>
          <p:nvPr>
            <p:ph type="sldNum" sz="quarter" idx="12"/>
          </p:nvPr>
        </p:nvSpPr>
        <p:spPr bwMode="white">
          <a:ln>
            <a:headEnd type="none"/>
            <a:tailEnd type="none"/>
          </a:ln>
        </p:spPr>
        <p:txBody>
          <a:bodyPr wrap="square"/>
          <a:lstStyle/>
          <a:p>
            <a:pPr/>
            <a:fld id="{2A013F82-EE5E-44EE-A61D-E31C6657F26F}"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bwMode="white">
          <a:xfrm>
            <a:off x="839570" y="457200"/>
            <a:ext cx="3931213" cy="1600200"/>
          </a:xfrm>
          <a:ln>
            <a:headEnd type="none"/>
            <a:tailEnd type="none"/>
          </a:ln>
        </p:spPr>
        <p:txBody>
          <a:bodyPr anchor="b" wrap="square"/>
          <a:lstStyle>
            <a:lvl1pPr>
              <a:defRPr sz="3199" dirty="0"/>
            </a:lvl1pPr>
          </a:lstStyle>
          <a:p>
            <a:pPr/>
            <a:r>
              <a:rPr lang="en-US" dirty="0"/>
              <a:t>Click to edit Master title style</a:t>
            </a:r>
          </a:p>
        </p:txBody>
      </p:sp>
      <p:sp>
        <p:nvSpPr>
          <p:cNvPr id="3" name="Picture Placeholder 2"/>
          <p:cNvSpPr>
            <a:spLocks noGrp="1"/>
          </p:cNvSpPr>
          <p:nvPr>
            <p:ph type="pic" idx="1"/>
          </p:nvPr>
        </p:nvSpPr>
        <p:spPr bwMode="white">
          <a:xfrm>
            <a:off x="5181838" y="987426"/>
            <a:ext cx="6170593" cy="4873625"/>
          </a:xfrm>
          <a:ln>
            <a:headEnd type="none"/>
            <a:tailEnd type="none"/>
          </a:ln>
        </p:spPr>
        <p:txBody>
          <a:bodyPr wrap="square"/>
          <a:lstStyle>
            <a:lvl1pPr marL="0" indent="0">
              <a:buNone/>
              <a:defRPr sz="3199" dirty="0"/>
            </a:lvl1pPr>
            <a:lvl2pPr marL="457063" indent="0">
              <a:buNone/>
              <a:defRPr sz="2799" dirty="0"/>
            </a:lvl2pPr>
            <a:lvl3pPr marL="914126" indent="0">
              <a:buNone/>
              <a:defRPr sz="2399" dirty="0"/>
            </a:lvl3pPr>
            <a:lvl4pPr marL="1371189" indent="0">
              <a:buNone/>
              <a:defRPr sz="1999" dirty="0"/>
            </a:lvl4pPr>
            <a:lvl5pPr marL="1828251" indent="0">
              <a:buNone/>
              <a:defRPr sz="1999" dirty="0"/>
            </a:lvl5pPr>
            <a:lvl6pPr marL="2285314" indent="0">
              <a:buNone/>
              <a:defRPr sz="1999" dirty="0"/>
            </a:lvl6pPr>
            <a:lvl7pPr marL="2742377" indent="0">
              <a:buNone/>
              <a:defRPr sz="1999" dirty="0"/>
            </a:lvl7pPr>
            <a:lvl8pPr marL="3199440" indent="0">
              <a:buNone/>
              <a:defRPr sz="1999" dirty="0"/>
            </a:lvl8pPr>
            <a:lvl9pPr marL="3656503" indent="0">
              <a:buNone/>
              <a:defRPr sz="1999" dirty="0"/>
            </a:lvl9pPr>
          </a:lstStyle>
          <a:p>
            <a:pPr/>
            <a:endParaRPr lang="en-US" dirty="0"/>
          </a:p>
        </p:txBody>
      </p:sp>
      <p:sp>
        <p:nvSpPr>
          <p:cNvPr id="4" name="Text Placeholder 3"/>
          <p:cNvSpPr>
            <a:spLocks noGrp="1"/>
          </p:cNvSpPr>
          <p:nvPr>
            <p:ph type="body" sz="half" idx="2"/>
          </p:nvPr>
        </p:nvSpPr>
        <p:spPr bwMode="white">
          <a:xfrm>
            <a:off x="839570" y="2057400"/>
            <a:ext cx="3931213" cy="3811588"/>
          </a:xfrm>
          <a:ln>
            <a:headEnd type="none"/>
            <a:tailEnd type="none"/>
          </a:ln>
        </p:spPr>
        <p:txBody>
          <a:bodyPr wrap="square"/>
          <a:lstStyle>
            <a:lvl1pPr marL="0" indent="0">
              <a:buNone/>
              <a:defRPr sz="1600" dirty="0"/>
            </a:lvl1pPr>
            <a:lvl2pPr marL="457063" indent="0">
              <a:buNone/>
              <a:defRPr sz="1400" dirty="0"/>
            </a:lvl2pPr>
            <a:lvl3pPr marL="914126" indent="0">
              <a:buNone/>
              <a:defRPr sz="1200" dirty="0"/>
            </a:lvl3pPr>
            <a:lvl4pPr marL="1371189" indent="0">
              <a:buNone/>
              <a:defRPr sz="1000" dirty="0"/>
            </a:lvl4pPr>
            <a:lvl5pPr marL="1828251" indent="0">
              <a:buNone/>
              <a:defRPr sz="1000" dirty="0"/>
            </a:lvl5pPr>
            <a:lvl6pPr marL="2285314" indent="0">
              <a:buNone/>
              <a:defRPr sz="1000" dirty="0"/>
            </a:lvl6pPr>
            <a:lvl7pPr marL="2742377" indent="0">
              <a:buNone/>
              <a:defRPr sz="1000" dirty="0"/>
            </a:lvl7pPr>
            <a:lvl8pPr marL="3199440" indent="0">
              <a:buNone/>
              <a:defRPr sz="1000" dirty="0"/>
            </a:lvl8pPr>
            <a:lvl9pPr marL="3656503" indent="0">
              <a:buNone/>
              <a:defRPr sz="1000" dirty="0"/>
            </a:lvl9pPr>
          </a:lstStyle>
          <a:p>
            <a:pPr/>
            <a:r>
              <a:rPr lang="en-US" dirty="0"/>
              <a:t>Click to edit Master text styles</a:t>
            </a:r>
          </a:p>
        </p:txBody>
      </p:sp>
      <p:sp>
        <p:nvSpPr>
          <p:cNvPr id="5" name="Date Placeholder 4"/>
          <p:cNvSpPr>
            <a:spLocks noGrp="1"/>
          </p:cNvSpPr>
          <p:nvPr>
            <p:ph type="dt" sz="half" idx="10"/>
          </p:nvPr>
        </p:nvSpPr>
        <p:spPr bwMode="white">
          <a:ln>
            <a:headEnd type="none"/>
            <a:tailEnd type="none"/>
          </a:ln>
        </p:spPr>
        <p:txBody>
          <a:bodyPr wrap="square"/>
          <a:lstStyle/>
          <a:p>
            <a:pPr/>
            <a:fld id="{B61BEF0D-F0BB-DE4B-95CE-6DB70DBA9567}" type="datetimeFigureOut">
              <a:rPr lang="en-US" dirty="0"/>
              <a:t>3/2/2026</a:t>
            </a:fld>
            <a:endParaRPr lang="en-US" dirty="0"/>
          </a:p>
        </p:txBody>
      </p:sp>
      <p:sp>
        <p:nvSpPr>
          <p:cNvPr id="6" name="Footer Placeholder 5"/>
          <p:cNvSpPr>
            <a:spLocks noGrp="1"/>
          </p:cNvSpPr>
          <p:nvPr>
            <p:ph type="ftr" sz="quarter" idx="11"/>
          </p:nvPr>
        </p:nvSpPr>
        <p:spPr bwMode="white">
          <a:ln>
            <a:headEnd type="none"/>
            <a:tailEnd type="none"/>
          </a:ln>
        </p:spPr>
        <p:txBody>
          <a:bodyPr wrap="square"/>
          <a:lstStyle/>
          <a:p>
            <a:pPr/>
            <a:endParaRPr lang="en-US" dirty="0"/>
          </a:p>
        </p:txBody>
      </p:sp>
      <p:sp>
        <p:nvSpPr>
          <p:cNvPr id="7" name="Slide Number Placeholder 6"/>
          <p:cNvSpPr>
            <a:spLocks noGrp="1"/>
          </p:cNvSpPr>
          <p:nvPr>
            <p:ph type="sldNum" sz="quarter" idx="12"/>
          </p:nvPr>
        </p:nvSpPr>
        <p:spPr bwMode="white">
          <a:ln>
            <a:headEnd type="none"/>
            <a:tailEnd type="none"/>
          </a:ln>
        </p:spPr>
        <p:txBody>
          <a:bodyPr wrap="square"/>
          <a:lstStyle/>
          <a:p>
            <a:pPr/>
            <a:fld id="{D57F1E4F-1CFF-5643-939E-217C01CDF565}"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bwMode="white">
          <a:ln>
            <a:headEnd type="none"/>
            <a:tailEnd type="none"/>
          </a:ln>
        </p:spPr>
        <p:txBody>
          <a:bodyPr wrap="square"/>
          <a:lstStyle/>
          <a:p>
            <a:pPr/>
            <a:r>
              <a:rPr lang="en-US" dirty="0"/>
              <a:t>Click to edit Master title style</a:t>
            </a:r>
          </a:p>
        </p:txBody>
      </p:sp>
      <p:sp>
        <p:nvSpPr>
          <p:cNvPr id="3" name="Vertical Text Placeholder 2"/>
          <p:cNvSpPr>
            <a:spLocks noGrp="1"/>
          </p:cNvSpPr>
          <p:nvPr>
            <p:ph type="body" orient="vert" idx="1"/>
          </p:nvPr>
        </p:nvSpPr>
        <p:spPr bwMode="white">
          <a:ln>
            <a:headEnd type="none"/>
            <a:tailEnd type="none"/>
          </a:ln>
        </p:spPr>
        <p:txBody>
          <a:bodyPr vert="eaVert" wrap="square"/>
          <a:lstStyle/>
          <a:p>
            <a:pPr/>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bwMode="white">
          <a:ln>
            <a:headEnd type="none"/>
            <a:tailEnd type="none"/>
          </a:ln>
        </p:spPr>
        <p:txBody>
          <a:bodyPr wrap="square"/>
          <a:lstStyle/>
          <a:p>
            <a:pPr/>
            <a:fld id="{03F41C87-7AD9-4845-A077-840E4A0F3F06}" type="datetimeFigureOut">
              <a:rPr lang="en-US" dirty="0"/>
              <a:t>3/2/2026</a:t>
            </a:fld>
            <a:endParaRPr lang="en-US" dirty="0"/>
          </a:p>
        </p:txBody>
      </p:sp>
      <p:sp>
        <p:nvSpPr>
          <p:cNvPr id="5" name="Footer Placeholder 4"/>
          <p:cNvSpPr>
            <a:spLocks noGrp="1"/>
          </p:cNvSpPr>
          <p:nvPr>
            <p:ph type="ftr" sz="quarter" idx="11"/>
          </p:nvPr>
        </p:nvSpPr>
        <p:spPr bwMode="white">
          <a:ln>
            <a:headEnd type="none"/>
            <a:tailEnd type="none"/>
          </a:ln>
        </p:spPr>
        <p:txBody>
          <a:bodyPr wrap="square"/>
          <a:lstStyle/>
          <a:p>
            <a:pPr/>
            <a:endParaRPr lang="en-US" dirty="0"/>
          </a:p>
        </p:txBody>
      </p:sp>
      <p:sp>
        <p:nvSpPr>
          <p:cNvPr id="6" name="Slide Number Placeholder 5"/>
          <p:cNvSpPr>
            <a:spLocks noGrp="1"/>
          </p:cNvSpPr>
          <p:nvPr>
            <p:ph type="sldNum" sz="quarter" idx="12"/>
          </p:nvPr>
        </p:nvSpPr>
        <p:spPr bwMode="white">
          <a:ln>
            <a:headEnd type="none"/>
            <a:tailEnd type="none"/>
          </a:ln>
        </p:spPr>
        <p:txBody>
          <a:bodyPr wrap="square"/>
          <a:lstStyle/>
          <a:p>
            <a:pPr/>
            <a:fld id="{2A013F82-EE5E-44EE-A61D-E31C6657F26F}" type="slidenum">
              <a:rPr lang="en-US" dirty="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bwMode="white">
          <a:xfrm>
            <a:off x="8722628" y="365125"/>
            <a:ext cx="2628215" cy="5811838"/>
          </a:xfrm>
          <a:ln>
            <a:headEnd type="none"/>
            <a:tailEnd type="none"/>
          </a:ln>
        </p:spPr>
        <p:txBody>
          <a:bodyPr vert="eaVert" wrap="square"/>
          <a:lstStyle/>
          <a:p>
            <a:pPr/>
            <a:r>
              <a:rPr lang="en-US" dirty="0"/>
              <a:t>Click to edit Master title style</a:t>
            </a:r>
          </a:p>
        </p:txBody>
      </p:sp>
      <p:sp>
        <p:nvSpPr>
          <p:cNvPr id="3" name="Vertical Text Placeholder 2"/>
          <p:cNvSpPr>
            <a:spLocks noGrp="1"/>
          </p:cNvSpPr>
          <p:nvPr>
            <p:ph type="body" orient="vert" idx="1"/>
          </p:nvPr>
        </p:nvSpPr>
        <p:spPr bwMode="white">
          <a:xfrm>
            <a:off x="837982" y="365125"/>
            <a:ext cx="7732286" cy="5811838"/>
          </a:xfrm>
          <a:ln>
            <a:headEnd type="none"/>
            <a:tailEnd type="none"/>
          </a:ln>
        </p:spPr>
        <p:txBody>
          <a:bodyPr vert="eaVert" wrap="square"/>
          <a:lstStyle/>
          <a:p>
            <a:pPr/>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bwMode="white">
          <a:ln>
            <a:headEnd type="none"/>
            <a:tailEnd type="none"/>
          </a:ln>
        </p:spPr>
        <p:txBody>
          <a:bodyPr wrap="square"/>
          <a:lstStyle/>
          <a:p>
            <a:pPr/>
            <a:fld id="{03F41C87-7AD9-4845-A077-840E4A0F3F06}" type="datetimeFigureOut">
              <a:rPr lang="en-US" dirty="0"/>
              <a:t>3/2/2026</a:t>
            </a:fld>
            <a:endParaRPr lang="en-US" dirty="0"/>
          </a:p>
        </p:txBody>
      </p:sp>
      <p:sp>
        <p:nvSpPr>
          <p:cNvPr id="5" name="Footer Placeholder 4"/>
          <p:cNvSpPr>
            <a:spLocks noGrp="1"/>
          </p:cNvSpPr>
          <p:nvPr>
            <p:ph type="ftr" sz="quarter" idx="11"/>
          </p:nvPr>
        </p:nvSpPr>
        <p:spPr bwMode="white">
          <a:ln>
            <a:headEnd type="none"/>
            <a:tailEnd type="none"/>
          </a:ln>
        </p:spPr>
        <p:txBody>
          <a:bodyPr wrap="square"/>
          <a:lstStyle/>
          <a:p>
            <a:pPr/>
            <a:endParaRPr lang="en-US" dirty="0"/>
          </a:p>
        </p:txBody>
      </p:sp>
      <p:sp>
        <p:nvSpPr>
          <p:cNvPr id="6" name="Slide Number Placeholder 5"/>
          <p:cNvSpPr>
            <a:spLocks noGrp="1"/>
          </p:cNvSpPr>
          <p:nvPr>
            <p:ph type="sldNum" sz="quarter" idx="12"/>
          </p:nvPr>
        </p:nvSpPr>
        <p:spPr bwMode="white">
          <a:ln>
            <a:headEnd type="none"/>
            <a:tailEnd type="none"/>
          </a:ln>
        </p:spPr>
        <p:txBody>
          <a:bodyPr wrap="square"/>
          <a:lstStyle/>
          <a:p>
            <a:pPr/>
            <a:fld id="{2A013F82-EE5E-44EE-A61D-E31C6657F26F}" type="slidenum">
              <a:rPr lang="en-US" dirty="0"/>
              <a:t>‹#›</a:t>
            </a:fld>
            <a:endParaRPr lang="en-US" dirty="0"/>
          </a:p>
        </p:txBody>
      </p:sp>
    </p:spTree>
  </p:cSld>
  <p:clrMapOvr>
    <a:masterClrMapping/>
  </p:clrMapOvr>
</p:sldLayout>
</file>

<file path=ppt/slideMasters/_rels/slideMaster1.xml.rels>&#65279;<?xml version="1.0" encoding="utf-8" standalone="yes"?><Relationships xmlns="http://schemas.openxmlformats.org/package/2006/relationships"><Relationship Id="rId8" Type="http://schemas.openxmlformats.org/officeDocument/2006/relationships/slideLayout" Target="../slideLayouts/slideLayout8.xml" /><Relationship Id="rId3" Type="http://schemas.openxmlformats.org/officeDocument/2006/relationships/slideLayout" Target="../slideLayouts/slideLayout3.xml" /><Relationship Id="rId7" Type="http://schemas.openxmlformats.org/officeDocument/2006/relationships/slideLayout" Target="../slideLayouts/slideLayout7.xml" /><Relationship Id="rId2" Type="http://schemas.openxmlformats.org/officeDocument/2006/relationships/slideLayout" Target="../slideLayouts/slideLayout2.xml" /><Relationship Id="rId1" Type="http://schemas.openxmlformats.org/officeDocument/2006/relationships/slideLayout" Target="../slideLayouts/slideLayout1.xml" /><Relationship Id="rId6" Type="http://schemas.openxmlformats.org/officeDocument/2006/relationships/slideLayout" Target="../slideLayouts/slideLayout6.xml" /><Relationship Id="rId11" Type="http://schemas.openxmlformats.org/officeDocument/2006/relationships/theme" Target="/ppt/theme/theme1.xml" /><Relationship Id="rId5" Type="http://schemas.openxmlformats.org/officeDocument/2006/relationships/slideLayout" Target="../slideLayouts/slideLayout5.xml" /><Relationship Id="rId10" Type="http://schemas.openxmlformats.org/officeDocument/2006/relationships/slideLayout" Target="../slideLayouts/slideLayout10.xml" /><Relationship Id="rId4" Type="http://schemas.openxmlformats.org/officeDocument/2006/relationships/slideLayout" Target="../slideLayouts/slideLayout4.xml" /><Relationship Id="rId9" Type="http://schemas.openxmlformats.org/officeDocument/2006/relationships/slideLayout" Target="../slideLayouts/slideLayout9.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p:bgPr>
    </p:bg>
    <p:spTree>
      <p:nvGrpSpPr>
        <p:cNvPr id="1" name=""/>
        <p:cNvGrpSpPr/>
        <p:nvPr/>
      </p:nvGrpSpPr>
      <p:grpSpPr>
        <a:xfrm>
          <a:off x="0" y="0"/>
          <a:ext cx="0" cy="0"/>
          <a:chOff x="0" y="0"/>
          <a:chExt cx="0" cy="0"/>
        </a:xfrm>
      </p:grpSpPr>
      <p:sp>
        <p:nvSpPr>
          <p:cNvPr id="2" name="Title Placeholder 1"/>
          <p:cNvSpPr>
            <a:spLocks noGrp="1"/>
          </p:cNvSpPr>
          <p:nvPr>
            <p:ph type="title"/>
          </p:nvPr>
        </p:nvSpPr>
        <p:spPr bwMode="white">
          <a:xfrm>
            <a:off x="837982" y="365126"/>
            <a:ext cx="10512862" cy="1325563"/>
          </a:xfrm>
          <a:prstGeom prst="rect">
            <a:avLst/>
          </a:prstGeom>
          <a:ln>
            <a:headEnd type="none"/>
            <a:tailEnd type="none"/>
          </a:ln>
        </p:spPr>
        <p:txBody>
          <a:bodyPr lIns="91440" tIns="45720" rIns="91440" bIns="45720" anchor="ctr" wrap="square">
            <a:normAutofit/>
          </a:bodyPr>
          <a:lstStyle/>
          <a:p>
            <a:pPr/>
            <a:r>
              <a:rPr lang="en-US" dirty="0"/>
              <a:t>Click to edit Master title style</a:t>
            </a:r>
          </a:p>
        </p:txBody>
      </p:sp>
      <p:sp>
        <p:nvSpPr>
          <p:cNvPr id="3" name="Text Placeholder 2"/>
          <p:cNvSpPr>
            <a:spLocks noGrp="1"/>
          </p:cNvSpPr>
          <p:nvPr>
            <p:ph type="body" idx="1"/>
          </p:nvPr>
        </p:nvSpPr>
        <p:spPr bwMode="white">
          <a:xfrm>
            <a:off x="837982" y="1825625"/>
            <a:ext cx="10512862" cy="4351338"/>
          </a:xfrm>
          <a:prstGeom prst="rect">
            <a:avLst/>
          </a:prstGeom>
          <a:ln>
            <a:headEnd type="none"/>
            <a:tailEnd type="none"/>
          </a:ln>
        </p:spPr>
        <p:txBody>
          <a:bodyPr lIns="91440" tIns="45720" rIns="91440" bIns="45720" wrap="square">
            <a:normAutofit/>
          </a:bodyPr>
          <a:lstStyle/>
          <a:p>
            <a:pPr/>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bwMode="white">
          <a:xfrm>
            <a:off x="837982" y="6356351"/>
            <a:ext cx="2742486" cy="365125"/>
          </a:xfrm>
          <a:prstGeom prst="rect">
            <a:avLst/>
          </a:prstGeom>
          <a:ln>
            <a:headEnd type="none"/>
            <a:tailEnd type="none"/>
          </a:ln>
        </p:spPr>
        <p:txBody>
          <a:bodyPr lIns="91440" tIns="45720" rIns="91440" bIns="45720" anchor="ctr" wrap="square"/>
          <a:lstStyle>
            <a:lvl1pPr algn="l">
              <a:defRPr sz="1200" dirty="0">
                <a:solidFill>
                  <a:schemeClr val="tx1">
                    <a:tint val="75000"/>
                  </a:schemeClr>
                </a:solidFill>
              </a:defRPr>
            </a:lvl1pPr>
          </a:lstStyle>
          <a:p>
            <a:pPr/>
            <a:fld id="{03F41C87-7AD9-4845-A077-840E4A0F3F06}" type="datetimeFigureOut">
              <a:rPr lang="en-US" dirty="0"/>
              <a:t>3/2/2026</a:t>
            </a:fld>
            <a:endParaRPr lang="en-US" dirty="0"/>
          </a:p>
        </p:txBody>
      </p:sp>
      <p:sp>
        <p:nvSpPr>
          <p:cNvPr id="5" name="Footer Placeholder 4"/>
          <p:cNvSpPr>
            <a:spLocks noGrp="1"/>
          </p:cNvSpPr>
          <p:nvPr>
            <p:ph type="ftr" sz="quarter" idx="3"/>
          </p:nvPr>
        </p:nvSpPr>
        <p:spPr bwMode="white">
          <a:xfrm>
            <a:off x="4037549" y="6356351"/>
            <a:ext cx="4113728" cy="365125"/>
          </a:xfrm>
          <a:prstGeom prst="rect">
            <a:avLst/>
          </a:prstGeom>
          <a:ln>
            <a:headEnd type="none"/>
            <a:tailEnd type="none"/>
          </a:ln>
        </p:spPr>
        <p:txBody>
          <a:bodyPr lIns="91440" tIns="45720" rIns="91440" bIns="45720" anchor="ctr" wrap="square"/>
          <a:lstStyle>
            <a:lvl1pPr algn="ctr">
              <a:defRPr sz="1200" dirty="0">
                <a:solidFill>
                  <a:schemeClr val="tx1">
                    <a:tint val="75000"/>
                  </a:schemeClr>
                </a:solidFill>
              </a:defRPr>
            </a:lvl1pPr>
          </a:lstStyle>
          <a:p>
            <a:pPr/>
            <a:endParaRPr lang="en-US" dirty="0"/>
          </a:p>
        </p:txBody>
      </p:sp>
      <p:sp>
        <p:nvSpPr>
          <p:cNvPr id="6" name="Slide Number Placeholder 5"/>
          <p:cNvSpPr>
            <a:spLocks noGrp="1"/>
          </p:cNvSpPr>
          <p:nvPr>
            <p:ph type="sldNum" sz="quarter" idx="4"/>
          </p:nvPr>
        </p:nvSpPr>
        <p:spPr bwMode="white">
          <a:xfrm>
            <a:off x="8608357" y="6356351"/>
            <a:ext cx="2742486" cy="365125"/>
          </a:xfrm>
          <a:prstGeom prst="rect">
            <a:avLst/>
          </a:prstGeom>
          <a:ln>
            <a:headEnd type="none"/>
            <a:tailEnd type="none"/>
          </a:ln>
        </p:spPr>
        <p:txBody>
          <a:bodyPr lIns="91440" tIns="45720" rIns="91440" bIns="45720" anchor="ctr" wrap="square"/>
          <a:lstStyle>
            <a:lvl1pPr algn="r">
              <a:defRPr sz="1200" dirty="0">
                <a:solidFill>
                  <a:schemeClr val="tx1">
                    <a:tint val="75000"/>
                  </a:schemeClr>
                </a:solidFill>
              </a:defRPr>
            </a:lvl1pPr>
          </a:lstStyle>
          <a:p>
            <a:pPr/>
            <a:fld id="{2A013F82-EE5E-44EE-A61D-E31C6657F26F}" type="slidenum">
              <a:rPr lang="en-US" dirty="0"/>
              <a:t>‹#›</a:t>
            </a:fld>
            <a:endParaRPr lang="en-US" dirty="0"/>
          </a:p>
        </p:txBody>
      </p:sp>
      <p:sp>
        <p:nvSpPr>
          <p:cNvPr id="7" name="SyncfusionLicense"/>
          <p:cNvSpPr txBox="1">
            <a:spLocks noChangeArrowheads="1"/>
          </p:cNvSpPr>
          <p:nvPr/>
        </p:nvSpPr>
        <p:spPr>
          <a:xfrm rot="19980000">
            <a:off x="3205162" y="3111500"/>
            <a:ext cx="5778500" cy="635000"/>
          </a:xfrm>
          <a:prstGeom prst="rect">
            <a:avLst/>
          </a:prstGeom>
          <a:ln>
            <a:headEnd type="none"/>
            <a:tailEnd type="none"/>
          </a:ln>
        </p:spPr>
        <p:txBody>
          <a:bodyPr anchor="ctr" wrap="square">
            <a:spAutoFit/>
          </a:bodyPr>
          <a:lstStyle/>
          <a:p>
            <a:pPr algn="ctr" defTabSz="914400">
              <a:defRPr sz="1800" dirty="0">
                <a:solidFill>
                  <a:srgbClr val="FF0000"/>
                </a:solidFill>
              </a:defRPr>
            </a:pPr>
            <a:r>
              <a:rPr/>
              <a:t>Created with a trial version of Syncfusion PowerPoint library</a:t>
            </a:r>
          </a:p>
        </p:txBody>
      </p:sp>
    </p:spTree>
  </p:cSld>
  <p:clrMap bg1="lt1" tx1="dk1" bg2="lt2" tx2="dk2" accent1="accent1" accent2="accent2" accent3="accent3" accent4="accent4" accent5="accent5" accent6="accent6" hlink="hlink" folHlink="folHlink"/>
  <p:sldLayoutIdLst>
    <p:sldLayoutId id="2147483680" r:id="rId1"/>
    <p:sldLayoutId id="2147483681" r:id="rId2"/>
    <p:sldLayoutId id="2147483682" r:id="rId3"/>
    <p:sldLayoutId id="2147483683" r:id="rId4"/>
    <p:sldLayoutId id="2147483684" r:id="rId5"/>
    <p:sldLayoutId id="2147483685" r:id="rId6"/>
    <p:sldLayoutId id="2147483686" r:id="rId7"/>
    <p:sldLayoutId id="2147483687" r:id="rId8"/>
    <p:sldLayoutId id="2147483688" r:id="rId9"/>
    <p:sldLayoutId id="2147483689" r:id="rId10"/>
  </p:sldLayoutIdLst>
  <p:txStyles>
    <p:titleStyle>
      <a:lvl1pPr rtl="0" algn="l" defTabSz="914126">
        <a:lnSpc>
          <a:spcPct val="90000"/>
        </a:lnSpc>
        <a:spcBef>
          <a:spcPct val="0"/>
        </a:spcBef>
        <a:buNone/>
        <a:defRPr sz="4399" kern="1200" dirty="0">
          <a:solidFill>
            <a:schemeClr val="tx1"/>
          </a:solidFill>
          <a:latin typeface="+mj-lt"/>
          <a:ea typeface="+mj-ea"/>
          <a:cs typeface="+mj-cs"/>
        </a:defRPr>
      </a:lvl1pPr>
    </p:titleStyle>
    <p:bodyStyle>
      <a:lvl1pPr marL="228531" indent="-228531" rtl="0" algn="l" defTabSz="914126">
        <a:lnSpc>
          <a:spcPct val="90000"/>
        </a:lnSpc>
        <a:spcBef>
          <a:spcPts val="1000"/>
        </a:spcBef>
        <a:buFont typeface="Arial"/>
        <a:buChar char="•"/>
        <a:defRPr sz="2799" kern="1200" dirty="0">
          <a:solidFill>
            <a:schemeClr val="tx1"/>
          </a:solidFill>
          <a:latin typeface="+mn-lt"/>
          <a:ea typeface="+mn-ea"/>
          <a:cs typeface="+mn-cs"/>
        </a:defRPr>
      </a:lvl1pPr>
      <a:lvl2pPr marL="685594" indent="-228531" rtl="0" algn="l" defTabSz="914126">
        <a:lnSpc>
          <a:spcPct val="90000"/>
        </a:lnSpc>
        <a:spcBef>
          <a:spcPts val="500"/>
        </a:spcBef>
        <a:buFont typeface="Arial"/>
        <a:buChar char="•"/>
        <a:defRPr sz="2399" kern="1200" dirty="0">
          <a:solidFill>
            <a:schemeClr val="tx1"/>
          </a:solidFill>
          <a:latin typeface="+mn-lt"/>
          <a:ea typeface="+mn-ea"/>
          <a:cs typeface="+mn-cs"/>
        </a:defRPr>
      </a:lvl2pPr>
      <a:lvl3pPr marL="1142657" indent="-228531" rtl="0" algn="l" defTabSz="914126">
        <a:lnSpc>
          <a:spcPct val="90000"/>
        </a:lnSpc>
        <a:spcBef>
          <a:spcPts val="500"/>
        </a:spcBef>
        <a:buFont typeface="Arial"/>
        <a:buChar char="•"/>
        <a:defRPr sz="1999" kern="1200" dirty="0">
          <a:solidFill>
            <a:schemeClr val="tx1"/>
          </a:solidFill>
          <a:latin typeface="+mn-lt"/>
          <a:ea typeface="+mn-ea"/>
          <a:cs typeface="+mn-cs"/>
        </a:defRPr>
      </a:lvl3pPr>
      <a:lvl4pPr marL="1599720" indent="-228531" rtl="0" algn="l" defTabSz="914126">
        <a:lnSpc>
          <a:spcPct val="90000"/>
        </a:lnSpc>
        <a:spcBef>
          <a:spcPts val="500"/>
        </a:spcBef>
        <a:buFont typeface="Arial"/>
        <a:buChar char="•"/>
        <a:defRPr sz="1799" kern="1200" dirty="0">
          <a:solidFill>
            <a:schemeClr val="tx1"/>
          </a:solidFill>
          <a:latin typeface="+mn-lt"/>
          <a:ea typeface="+mn-ea"/>
          <a:cs typeface="+mn-cs"/>
        </a:defRPr>
      </a:lvl4pPr>
      <a:lvl5pPr marL="2056783" indent="-228531" rtl="0" algn="l" defTabSz="914126">
        <a:lnSpc>
          <a:spcPct val="90000"/>
        </a:lnSpc>
        <a:spcBef>
          <a:spcPts val="500"/>
        </a:spcBef>
        <a:buFont typeface="Arial"/>
        <a:buChar char="•"/>
        <a:defRPr sz="1799" kern="1200" dirty="0">
          <a:solidFill>
            <a:schemeClr val="tx1"/>
          </a:solidFill>
          <a:latin typeface="+mn-lt"/>
          <a:ea typeface="+mn-ea"/>
          <a:cs typeface="+mn-cs"/>
        </a:defRPr>
      </a:lvl5pPr>
      <a:lvl6pPr marL="2513846" indent="-228531" rtl="0" algn="l" defTabSz="914126">
        <a:lnSpc>
          <a:spcPct val="90000"/>
        </a:lnSpc>
        <a:spcBef>
          <a:spcPts val="500"/>
        </a:spcBef>
        <a:buFont typeface="Arial"/>
        <a:buChar char="•"/>
        <a:defRPr sz="1799" kern="1200" dirty="0">
          <a:solidFill>
            <a:schemeClr val="tx1"/>
          </a:solidFill>
          <a:latin typeface="+mn-lt"/>
          <a:ea typeface="+mn-ea"/>
          <a:cs typeface="+mn-cs"/>
        </a:defRPr>
      </a:lvl6pPr>
      <a:lvl7pPr marL="2970908" indent="-228531" rtl="0" algn="l" defTabSz="914126">
        <a:lnSpc>
          <a:spcPct val="90000"/>
        </a:lnSpc>
        <a:spcBef>
          <a:spcPts val="500"/>
        </a:spcBef>
        <a:buFont typeface="Arial"/>
        <a:buChar char="•"/>
        <a:defRPr sz="1799" kern="1200" dirty="0">
          <a:solidFill>
            <a:schemeClr val="tx1"/>
          </a:solidFill>
          <a:latin typeface="+mn-lt"/>
          <a:ea typeface="+mn-ea"/>
          <a:cs typeface="+mn-cs"/>
        </a:defRPr>
      </a:lvl7pPr>
      <a:lvl8pPr marL="3427971" indent="-228531" rtl="0" algn="l" defTabSz="914126">
        <a:lnSpc>
          <a:spcPct val="90000"/>
        </a:lnSpc>
        <a:spcBef>
          <a:spcPts val="500"/>
        </a:spcBef>
        <a:buFont typeface="Arial"/>
        <a:buChar char="•"/>
        <a:defRPr sz="1799" kern="1200" dirty="0">
          <a:solidFill>
            <a:schemeClr val="tx1"/>
          </a:solidFill>
          <a:latin typeface="+mn-lt"/>
          <a:ea typeface="+mn-ea"/>
          <a:cs typeface="+mn-cs"/>
        </a:defRPr>
      </a:lvl8pPr>
      <a:lvl9pPr marL="3885034" indent="-228531" rtl="0" algn="l" defTabSz="914126">
        <a:lnSpc>
          <a:spcPct val="90000"/>
        </a:lnSpc>
        <a:spcBef>
          <a:spcPts val="500"/>
        </a:spcBef>
        <a:buFont typeface="Arial"/>
        <a:buChar char="•"/>
        <a:defRPr sz="1799" kern="1200" dirty="0">
          <a:solidFill>
            <a:schemeClr val="tx1"/>
          </a:solidFill>
          <a:latin typeface="+mn-lt"/>
          <a:ea typeface="+mn-ea"/>
          <a:cs typeface="+mn-cs"/>
        </a:defRPr>
      </a:lvl9pPr>
    </p:bodyStyle>
    <p:otherStyle>
      <a:defPPr defTabSz="914126">
        <a:defRPr lang="en-US" dirty="0"/>
      </a:defPPr>
      <a:lvl1pPr marL="0" rtl="0" algn="l" defTabSz="914126">
        <a:defRPr sz="1799" kern="1200" dirty="0">
          <a:solidFill>
            <a:schemeClr val="tx1"/>
          </a:solidFill>
          <a:latin typeface="+mn-lt"/>
          <a:ea typeface="+mn-ea"/>
          <a:cs typeface="+mn-cs"/>
        </a:defRPr>
      </a:lvl1pPr>
      <a:lvl2pPr marL="457063" rtl="0" algn="l" defTabSz="914126">
        <a:defRPr sz="1799" kern="1200" dirty="0">
          <a:solidFill>
            <a:schemeClr val="tx1"/>
          </a:solidFill>
          <a:latin typeface="+mn-lt"/>
          <a:ea typeface="+mn-ea"/>
          <a:cs typeface="+mn-cs"/>
        </a:defRPr>
      </a:lvl2pPr>
      <a:lvl3pPr marL="914126" rtl="0" algn="l" defTabSz="914126">
        <a:defRPr sz="1799" kern="1200" dirty="0">
          <a:solidFill>
            <a:schemeClr val="tx1"/>
          </a:solidFill>
          <a:latin typeface="+mn-lt"/>
          <a:ea typeface="+mn-ea"/>
          <a:cs typeface="+mn-cs"/>
        </a:defRPr>
      </a:lvl3pPr>
      <a:lvl4pPr marL="1371189" rtl="0" algn="l" defTabSz="914126">
        <a:defRPr sz="1799" kern="1200" dirty="0">
          <a:solidFill>
            <a:schemeClr val="tx1"/>
          </a:solidFill>
          <a:latin typeface="+mn-lt"/>
          <a:ea typeface="+mn-ea"/>
          <a:cs typeface="+mn-cs"/>
        </a:defRPr>
      </a:lvl4pPr>
      <a:lvl5pPr marL="1828251" rtl="0" algn="l" defTabSz="914126">
        <a:defRPr sz="1799" kern="1200" dirty="0">
          <a:solidFill>
            <a:schemeClr val="tx1"/>
          </a:solidFill>
          <a:latin typeface="+mn-lt"/>
          <a:ea typeface="+mn-ea"/>
          <a:cs typeface="+mn-cs"/>
        </a:defRPr>
      </a:lvl5pPr>
      <a:lvl6pPr marL="2285314" rtl="0" algn="l" defTabSz="914126">
        <a:defRPr sz="1799" kern="1200" dirty="0">
          <a:solidFill>
            <a:schemeClr val="tx1"/>
          </a:solidFill>
          <a:latin typeface="+mn-lt"/>
          <a:ea typeface="+mn-ea"/>
          <a:cs typeface="+mn-cs"/>
        </a:defRPr>
      </a:lvl6pPr>
      <a:lvl7pPr marL="2742377" rtl="0" algn="l" defTabSz="914126">
        <a:defRPr sz="1799" kern="1200" dirty="0">
          <a:solidFill>
            <a:schemeClr val="tx1"/>
          </a:solidFill>
          <a:latin typeface="+mn-lt"/>
          <a:ea typeface="+mn-ea"/>
          <a:cs typeface="+mn-cs"/>
        </a:defRPr>
      </a:lvl7pPr>
      <a:lvl8pPr marL="3199440" rtl="0" algn="l" defTabSz="914126">
        <a:defRPr sz="1799" kern="1200" dirty="0">
          <a:solidFill>
            <a:schemeClr val="tx1"/>
          </a:solidFill>
          <a:latin typeface="+mn-lt"/>
          <a:ea typeface="+mn-ea"/>
          <a:cs typeface="+mn-cs"/>
        </a:defRPr>
      </a:lvl8pPr>
      <a:lvl9pPr marL="3656503" rtl="0" algn="l" defTabSz="914126">
        <a:defRPr sz="1799" kern="1200" dirty="0">
          <a:solidFill>
            <a:schemeClr val="tx1"/>
          </a:solidFill>
          <a:latin typeface="+mn-lt"/>
          <a:ea typeface="+mn-ea"/>
          <a:cs typeface="+mn-cs"/>
        </a:defRPr>
      </a:lvl9pPr>
    </p:otherStyle>
  </p:txStyles>
</p:sldMaster>
</file>

<file path=ppt/slides/_rels/slide1.xml.rels>&#65279;<?xml version="1.0" encoding="utf-8" standalone="yes"?><Relationships xmlns="http://schemas.openxmlformats.org/package/2006/relationships"><Relationship Id="rId3" Type="http://schemas.openxmlformats.org/officeDocument/2006/relationships/hyperlink" Target="https://www.syncfusion.com/account/claim-license-key?pl=cG93ZXJwb2ludA==&amp;vs=MzIuMi43" TargetMode="External" /><Relationship Id="rId1" Type="http://schemas.openxmlformats.org/officeDocument/2006/relationships/slideLayout" Target="../slideLayouts/slideLayout5.xml" /><Relationship Id="rId2" Type="http://schemas.openxmlformats.org/officeDocument/2006/relationships/image" Target="../media/image1.jpeg" /></Relationships>
</file>

<file path=ppt/slides/_rels/slide2.xml.rels>&#65279;<?xml version="1.0" encoding="utf-8" standalone="yes"?><Relationships xmlns="http://schemas.openxmlformats.org/package/2006/relationships"><Relationship Id="rId1" Type="http://schemas.openxmlformats.org/officeDocument/2006/relationships/slideLayout" Target="../slideLayouts/slideLayout2.xml" /></Relationships>
</file>

<file path=ppt/slides/_rels/slide3.xml.rels>&#65279;<?xml version="1.0" encoding="utf-8" standalone="yes"?><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hyperlink" Target="https://www.syncfusion.com/account/claim-license-key?pl=cG93ZXJwb2ludA==&amp;vs=MzIuMi43" TargetMode="Externa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white">
          <a:ln>
            <a:headEnd type="none"/>
            <a:tailEnd type="none"/>
          </a:ln>
        </p:spPr>
        <p:txBody>
          <a:bodyPr wrap="square"/>
          <a:lstStyle/>
          <a:p>
            <a:pPr algn="ctr" defTabSz="914126"/>
            <a:r>
              <a:rPr dirty="0">
                <a:latin typeface="Times New Roman"/>
                <a:cs typeface="Times New Roman"/>
              </a:rPr>
              <a:t>Company Profile</a:t>
            </a:r>
          </a:p>
        </p:txBody>
      </p:sp>
      <p:sp>
        <p:nvSpPr>
          <p:cNvPr id="3" name="TextBox3"/>
          <p:cNvSpPr txBox="1">
            <a:spLocks noChangeArrowheads="1"/>
          </p:cNvSpPr>
          <p:nvPr/>
        </p:nvSpPr>
        <p:spPr bwMode="white">
          <a:xfrm>
            <a:off x="675718" y="1800395"/>
            <a:ext cx="11099322" cy="923090"/>
          </a:xfrm>
          <a:prstGeom prst="rect">
            <a:avLst/>
          </a:prstGeom>
          <a:ln>
            <a:headEnd type="none"/>
            <a:tailEnd type="none"/>
          </a:ln>
        </p:spPr>
        <p:txBody>
          <a:bodyPr wrap="square">
            <a:spAutoFit/>
          </a:bodyPr>
          <a:lstStyle/>
          <a:p>
            <a:pPr defTabSz="914126"/>
            <a:r>
              <a:rPr sz="1799" dirty="0">
                <a:latin typeface="Calibri"/>
                <a:ea typeface="Calibri"/>
                <a:cs typeface="Calibri"/>
              </a:rPr>
              <a:t>IMN Solutions PVT LTD is the software company, established in 1987, by George Milton. The company has been listed as the trusted partner for many high-profile organizations since 1988 and got awards for quality product</a:t>
            </a:r>
            <a:r>
              <a:rPr lang="en-US" sz="1799" dirty="0">
                <a:latin typeface="Calibri"/>
                <a:ea typeface="Calibri"/>
                <a:cs typeface="Calibri"/>
              </a:rPr>
              <a:t>ion</a:t>
            </a:r>
            <a:r>
              <a:rPr sz="1799" dirty="0">
                <a:latin typeface="Calibri"/>
                <a:ea typeface="Calibri"/>
                <a:cs typeface="Calibri"/>
              </a:rPr>
              <a:t> from reputed organizations.</a:t>
            </a:r>
          </a:p>
        </p:txBody>
      </p:sp>
      <p:sp>
        <p:nvSpPr>
          <p:cNvPr id="4" name="TextBox4"/>
          <p:cNvSpPr txBox="1">
            <a:spLocks noChangeArrowheads="1"/>
          </p:cNvSpPr>
          <p:nvPr/>
        </p:nvSpPr>
        <p:spPr bwMode="white">
          <a:xfrm>
            <a:off x="675717" y="3429000"/>
            <a:ext cx="5559882" cy="1476879"/>
          </a:xfrm>
          <a:prstGeom prst="rect">
            <a:avLst/>
          </a:prstGeom>
          <a:ln>
            <a:headEnd type="none"/>
            <a:tailEnd type="none"/>
          </a:ln>
        </p:spPr>
        <p:txBody>
          <a:bodyPr wrap="square">
            <a:spAutoFit/>
          </a:bodyPr>
          <a:lstStyle/>
          <a:p>
            <a:pPr marL="444367" indent="-444367" defTabSz="914126">
              <a:buAutoNum type="arabicPeriod"/>
            </a:pPr>
            <a:r>
              <a:rPr sz="1799" dirty="0">
                <a:latin typeface="Calibri"/>
                <a:ea typeface="Calibri"/>
                <a:cs typeface="Calibri"/>
              </a:rPr>
              <a:t>The company </a:t>
            </a:r>
            <a:r>
              <a:rPr lang="en-US" sz="1799" dirty="0">
                <a:latin typeface="Calibri"/>
                <a:ea typeface="Calibri"/>
                <a:cs typeface="Calibri"/>
              </a:rPr>
              <a:t>product </a:t>
            </a:r>
            <a:r>
              <a:rPr sz="1799" dirty="0">
                <a:latin typeface="Calibri"/>
                <a:ea typeface="Calibri"/>
                <a:cs typeface="Calibri"/>
              </a:rPr>
              <a:t>acquired the MCY corporation for 20 billion dollars and became the top revenue maker for the year 2015.</a:t>
            </a:r>
          </a:p>
          <a:p>
            <a:pPr marL="444367" indent="-444367" defTabSz="914126">
              <a:buAutoNum type="arabicPeriod"/>
            </a:pPr>
            <a:r>
              <a:rPr sz="1799" dirty="0">
                <a:latin typeface="Calibri"/>
                <a:ea typeface="Calibri"/>
                <a:cs typeface="Calibri"/>
              </a:rPr>
              <a:t>The company is participating in top open source projects in automation industry.</a:t>
            </a:r>
          </a:p>
        </p:txBody>
      </p:sp>
      <p:pic>
        <p:nvPicPr>
          <p:cNvPr id="5" name="Picture 5"/>
          <p:cNvPicPr>
            <a:picLocks noChangeAspect="1"/>
          </p:cNvPicPr>
          <p:nvPr/>
        </p:nvPicPr>
        <p:blipFill>
          <a:blip r:embed="rId2">
            <a:lum/>
          </a:blip>
          <a:srcRect/>
          <a:stretch>
            <a:fillRect/>
          </a:stretch>
        </p:blipFill>
        <p:spPr bwMode="white">
          <a:xfrm>
            <a:off x="6345680" y="3030197"/>
            <a:ext cx="4628452" cy="2439796"/>
          </a:xfrm>
          <a:prstGeom prst="rect">
            <a:avLst/>
          </a:prstGeom>
          <a:ln>
            <a:headEnd type="none"/>
            <a:tailEnd type="none"/>
          </a:ln>
        </p:spPr>
      </p:pic>
      <p:sp>
        <p:nvSpPr>
          <p:cNvPr id="6" name="Explosion16"/>
          <p:cNvSpPr>
            <a:spLocks/>
          </p:cNvSpPr>
          <p:nvPr/>
        </p:nvSpPr>
        <p:spPr bwMode="white">
          <a:xfrm>
            <a:off x="621249" y="5469485"/>
            <a:ext cx="1322107" cy="1022592"/>
          </a:xfrm>
          <a:prstGeom prst="irregularSeal1">
            <a:avLst/>
          </a:prstGeom>
          <a:noFill/>
          <a:ln>
            <a:headEnd type="none"/>
            <a:tailEnd type="none"/>
          </a:ln>
        </p:spPr>
        <p:style>
          <a:lnRef idx="2">
            <a:schemeClr val="accent1">
              <a:shade val="50000"/>
            </a:schemeClr>
          </a:lnRef>
          <a:fillRef idx="1">
            <a:schemeClr val="accent1"/>
          </a:fillRef>
          <a:effectRef idx="0">
            <a:schemeClr val="accent1"/>
          </a:effectRef>
          <a:fontRef idx="minor">
            <a:schemeClr val="tx1"/>
          </a:fontRef>
        </p:style>
        <p:txBody>
          <a:bodyPr wrap="square"/>
          <a:lstStyle/>
          <a:p>
            <a:pPr algn="ctr" defTabSz="914126"/>
            <a:r>
              <a:rPr sz="1799" dirty="0"/>
              <a:t>IMN</a:t>
            </a:r>
          </a:p>
        </p:txBody>
      </p:sp>
      <p:sp>
        <p:nvSpPr>
          <p:cNvPr id="7" name="SyncfusionLicense"/>
          <p:cNvSpPr txBox="1">
            <a:spLocks noChangeArrowheads="1"/>
          </p:cNvSpPr>
          <p:nvPr/>
        </p:nvSpPr>
        <p:spPr>
          <a:xfrm rot="0">
            <a:off x="0" y="5715000"/>
            <a:ext cx="12188825" cy="1143000"/>
          </a:xfrm>
          <a:prstGeom prst="rect">
            <a:avLst/>
          </a:prstGeom>
          <a:solidFill>
            <a:srgbClr val="FFFFFF"/>
          </a:solidFill>
          <a:ln>
            <a:headEnd type="none"/>
            <a:tailEnd type="none"/>
          </a:ln>
        </p:spPr>
        <p:txBody>
          <a:bodyPr anchor="ctr" wrap="square">
            <a:spAutoFit/>
          </a:bodyPr>
          <a:lstStyle/>
          <a:p>
            <a:pPr algn="ctr" defTabSz="914400">
              <a:defRPr sz="1800" dirty="0">
                <a:solidFill>
                  <a:srgbClr val="FF0000"/>
                </a:solidFill>
              </a:defRPr>
            </a:pPr>
            <a:r>
              <a:rPr/>
              <a:t>Created with a trial version of Syncfusion PowerPoint library or registered the wrong key in your application. Click </a:t>
            </a:r>
            <a:r>
              <a:rPr dirty="0">
                <a:solidFill>
                  <a:srgbClr val="0000FF"/>
                </a:solidFill>
                <a:hlinkClick r:id="rId3" action="ppaction://hlinkfile">
                  <a:extLst>
                    <a:ext uri="{A12FA001-AC4F-418D-AE19-62706E023703}">
                      <ahyp:hlinkClr xmlns:ahyp="http://schemas.microsoft.com/office/drawing/2018/hyperlinkcolor" val="tx"/>
                    </a:ext>
                  </a:extLst>
                </a:hlinkClick>
              </a:rPr>
              <a:t>here</a:t>
            </a:r>
            <a:r>
              <a:rPr/>
              <a:t> to obtain the valid key.</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white">
          <a:xfrm>
            <a:off x="703904" y="293425"/>
            <a:ext cx="7276729" cy="905020"/>
          </a:xfrm>
          <a:ln>
            <a:headEnd type="none"/>
            <a:tailEnd type="none"/>
          </a:ln>
        </p:spPr>
        <p:txBody>
          <a:bodyPr wrap="square"/>
          <a:lstStyle/>
          <a:p>
            <a:pPr defTabSz="914126"/>
            <a:r>
              <a:rPr lang="en-US" sz="3999" dirty="0">
                <a:latin typeface="Times New Roman"/>
                <a:ea typeface="Helvetica CE 35 Thin"/>
                <a:cs typeface="Times New Roman"/>
              </a:rPr>
              <a:t>Product Overview</a:t>
            </a:r>
            <a:endParaRPr sz="3999" dirty="0">
              <a:latin typeface="Times New Roman"/>
              <a:ea typeface="Helvetica CE 35 Thin"/>
              <a:cs typeface="Times New Roman"/>
            </a:endParaRPr>
          </a:p>
        </p:txBody>
      </p:sp>
      <p:sp>
        <p:nvSpPr>
          <p:cNvPr id="3" name="Text Placeholder 2"/>
          <p:cNvSpPr>
            <a:spLocks noGrp="1"/>
          </p:cNvSpPr>
          <p:nvPr>
            <p:ph type="body" idx="1"/>
          </p:nvPr>
        </p:nvSpPr>
        <p:spPr bwMode="white">
          <a:xfrm>
            <a:off x="1106135" y="1518402"/>
            <a:ext cx="9214752" cy="4506818"/>
          </a:xfrm>
          <a:ln>
            <a:headEnd type="none"/>
            <a:tailEnd type="none"/>
          </a:ln>
        </p:spPr>
        <p:txBody>
          <a:bodyPr wrap="square">
            <a:normAutofit/>
          </a:bodyPr>
          <a:lstStyle/>
          <a:p>
            <a:pPr marL="285664" indent="-285664" defTabSz="914126">
              <a:buFont typeface="Arial"/>
              <a:buChar char="•"/>
            </a:pPr>
            <a:r>
              <a:rPr lang="en-US" sz="1799" dirty="0">
                <a:solidFill>
                  <a:srgbClr val="000000"/>
                </a:solidFill>
                <a:latin typeface="Calibri"/>
                <a:ea typeface="Calibri"/>
                <a:cs typeface="Calibri"/>
              </a:rPr>
              <a:t>Adventure Works Cycles, the fictitious company on which the Adventure Works sample databases are based, is a large, multinational manufacturing company. </a:t>
            </a:r>
          </a:p>
          <a:p>
            <a:pPr marL="285664" indent="-285664" defTabSz="914126">
              <a:buFont typeface="Arial"/>
              <a:buChar char="•"/>
            </a:pPr>
            <a:r>
              <a:rPr lang="en-US" sz="1799" dirty="0">
                <a:solidFill>
                  <a:srgbClr val="000000"/>
                </a:solidFill>
                <a:latin typeface="Calibri"/>
                <a:ea typeface="Calibri"/>
                <a:cs typeface="Calibri"/>
              </a:rPr>
              <a:t>The company manufactures and sells metal and composite bicycles to North American, European and Asian commercial markets. While its base operation is located in Bothell, Washington with 290 employees, several regional sales teams are located throughout their market base.</a:t>
            </a:r>
          </a:p>
          <a:p>
            <a:pPr marL="285664" indent="-285664" defTabSz="914126">
              <a:buFont typeface="Arial"/>
              <a:buChar char="•"/>
            </a:pPr>
            <a:r>
              <a:rPr lang="en-US" sz="1799" dirty="0">
                <a:solidFill>
                  <a:srgbClr val="000000"/>
                </a:solidFill>
                <a:latin typeface="Calibri"/>
                <a:ea typeface="Calibri"/>
                <a:cs typeface="Calibri"/>
              </a:rPr>
              <a:t>In 2000, Adventure Works Cycles bought a small manufacturing plant, Importadores Neptuno, located in Mexico. Importadores Neptuno manufactures several critical subcomponents for the Adventure Works Cycles production line. </a:t>
            </a:r>
          </a:p>
          <a:p>
            <a:pPr marL="285664" indent="-285664" defTabSz="914126">
              <a:buFont typeface="Arial"/>
              <a:buChar char="•"/>
            </a:pPr>
            <a:r>
              <a:rPr lang="en-US" sz="1799" dirty="0">
                <a:solidFill>
                  <a:srgbClr val="000000"/>
                </a:solidFill>
                <a:latin typeface="Calibri"/>
                <a:ea typeface="Calibri"/>
                <a:cs typeface="Calibri"/>
              </a:rPr>
              <a:t>These subcomponents are shipped to the Bothell location for final product assembly. In 2001, Importadores Neptuno, became the sole manufacturer and distributor of the touring bicycle productivity group.</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white">
          <a:xfrm>
            <a:off x="1069569" y="893"/>
            <a:ext cx="10055781" cy="1608925"/>
          </a:xfrm>
          <a:ln>
            <a:headEnd type="none"/>
            <a:tailEnd type="none"/>
          </a:ln>
        </p:spPr>
        <p:txBody>
          <a:bodyPr wrap="square"/>
          <a:lstStyle/>
          <a:p>
            <a:pPr algn="ctr" defTabSz="914126"/>
            <a:r>
              <a:rPr sz="2799" b="1" cap="all" dirty="0">
                <a:latin typeface="Times New Roman"/>
                <a:cs typeface="Times New Roman"/>
              </a:rPr>
              <a:t>Target </a:t>
            </a:r>
            <a:r>
              <a:rPr sz="1799" dirty="0">
                <a:latin typeface="Times New Roman"/>
                <a:cs typeface="Times New Roman"/>
              </a:rPr>
              <a:t>Vs </a:t>
            </a:r>
            <a:r>
              <a:rPr sz="2799" b="1" dirty="0">
                <a:latin typeface="Times New Roman"/>
                <a:cs typeface="Times New Roman"/>
              </a:rPr>
              <a:t>PERFORMANCE</a:t>
            </a:r>
          </a:p>
        </p:txBody>
      </p:sp>
      <p:graphicFrame>
        <p:nvGraphicFramePr>
          <p:cNvPr id="3" name="Table 3"/>
          <p:cNvGraphicFramePr/>
          <p:nvPr/>
        </p:nvGraphicFramePr>
        <p:xfrm>
          <a:off x="786179" y="1216729"/>
          <a:ext cx="10855674" cy="4928836"/>
        </p:xfrm>
        <a:graphic>
          <a:graphicData uri="http://schemas.openxmlformats.org/drawingml/2006/table">
            <a:tbl>
              <a:tblPr firstRow="1" bandRow="1">
                <a:tableStyleId>{93296810-A885-4BE3-A3E7-6D5BEEA58F35}</a:tableStyleId>
              </a:tblPr>
              <a:tblGrid>
                <a:gridCol w="1206186"/>
                <a:gridCol w="1206186"/>
                <a:gridCol w="1206186"/>
                <a:gridCol w="1206186"/>
                <a:gridCol w="1206186"/>
                <a:gridCol w="1206186"/>
                <a:gridCol w="1206186"/>
                <a:gridCol w="1206186"/>
                <a:gridCol w="1206186"/>
              </a:tblGrid>
              <a:tr h="968548">
                <a:tc>
                  <a:txBody>
                    <a:bodyPr/>
                    <a:lstStyle/>
                    <a:p>
                      <a:pPr algn="ctr" defTabSz="914400"/>
                      <a:r>
                        <a:rPr sz="1400" b="1" dirty="0">
                          <a:latin typeface="Calibri"/>
                          <a:ea typeface="Calibri"/>
                          <a:cs typeface="Calibri"/>
                        </a:rPr>
                        <a:t>Month</a:t>
                      </a:r>
                    </a:p>
                  </a:txBody>
                  <a:tcPr marL="91416" marR="91416" marT="45708" marB="45708" anchor="ctr" horzOverflow="overflow"/>
                </a:tc>
                <a:tc>
                  <a:txBody>
                    <a:bodyPr/>
                    <a:lstStyle/>
                    <a:p>
                      <a:pPr algn="ctr" defTabSz="914400"/>
                      <a:r>
                        <a:rPr sz="1400" b="1" dirty="0">
                          <a:latin typeface="Calibri"/>
                          <a:ea typeface="Calibri"/>
                          <a:cs typeface="Calibri"/>
                        </a:rPr>
                        <a:t>Product A</a:t>
                      </a:r>
                    </a:p>
                  </a:txBody>
                  <a:tcPr marL="91416" marR="91416" marT="45708" marB="45708" anchor="ctr" horzOverflow="overflow"/>
                </a:tc>
                <a:tc>
                  <a:txBody>
                    <a:bodyPr/>
                    <a:lstStyle/>
                    <a:p>
                      <a:pPr algn="ctr" defTabSz="914400"/>
                      <a:r>
                        <a:rPr sz="1400" b="1" dirty="0">
                          <a:latin typeface="Calibri"/>
                          <a:ea typeface="Calibri"/>
                          <a:cs typeface="Calibri"/>
                        </a:rPr>
                        <a:t>Product B</a:t>
                      </a:r>
                    </a:p>
                  </a:txBody>
                  <a:tcPr marL="91416" marR="91416" marT="45708" marB="45708" anchor="ctr" horzOverflow="overflow"/>
                </a:tc>
                <a:tc>
                  <a:txBody>
                    <a:bodyPr/>
                    <a:lstStyle/>
                    <a:p>
                      <a:pPr algn="ctr" defTabSz="914400"/>
                      <a:r>
                        <a:rPr sz="1400" b="1" dirty="0">
                          <a:latin typeface="Calibri"/>
                          <a:ea typeface="Calibri"/>
                          <a:cs typeface="Calibri"/>
                        </a:rPr>
                        <a:t>Product C</a:t>
                      </a:r>
                    </a:p>
                  </a:txBody>
                  <a:tcPr marL="91416" marR="91416" marT="45708" marB="45708" anchor="ctr" horzOverflow="overflow"/>
                </a:tc>
                <a:tc>
                  <a:txBody>
                    <a:bodyPr/>
                    <a:lstStyle/>
                    <a:p>
                      <a:pPr algn="ctr" defTabSz="914400"/>
                      <a:r>
                        <a:rPr sz="1400" b="1" dirty="0">
                          <a:latin typeface="Calibri"/>
                          <a:ea typeface="Calibri"/>
                          <a:cs typeface="Calibri"/>
                        </a:rPr>
                        <a:t>Product D</a:t>
                      </a:r>
                    </a:p>
                  </a:txBody>
                  <a:tcPr marL="91416" marR="91416" marT="45708" marB="45708" anchor="ctr" horzOverflow="overflow"/>
                </a:tc>
                <a:tc>
                  <a:txBody>
                    <a:bodyPr/>
                    <a:lstStyle/>
                    <a:p>
                      <a:pPr algn="ctr" defTabSz="914400"/>
                      <a:r>
                        <a:rPr sz="1400" b="1" dirty="0">
                          <a:latin typeface="Calibri"/>
                          <a:ea typeface="Calibri"/>
                          <a:cs typeface="Calibri"/>
                        </a:rPr>
                        <a:t>Product E</a:t>
                      </a:r>
                    </a:p>
                  </a:txBody>
                  <a:tcPr marL="91416" marR="91416" marT="45708" marB="45708" anchor="ctr" horzOverflow="overflow"/>
                </a:tc>
                <a:tc>
                  <a:txBody>
                    <a:bodyPr/>
                    <a:lstStyle/>
                    <a:p>
                      <a:pPr algn="ctr" defTabSz="914400"/>
                      <a:r>
                        <a:rPr sz="1400" b="1" dirty="0">
                          <a:latin typeface="Calibri"/>
                          <a:ea typeface="Calibri"/>
                          <a:cs typeface="Calibri"/>
                        </a:rPr>
                        <a:t>Product F</a:t>
                      </a:r>
                    </a:p>
                  </a:txBody>
                  <a:tcPr marL="91416" marR="91416" marT="45708" marB="45708" anchor="ctr" horzOverflow="overflow"/>
                </a:tc>
                <a:tc>
                  <a:txBody>
                    <a:bodyPr/>
                    <a:lstStyle/>
                    <a:p>
                      <a:pPr algn="ctr" defTabSz="914400"/>
                      <a:r>
                        <a:rPr sz="1400" b="1" dirty="0">
                          <a:latin typeface="Calibri"/>
                          <a:ea typeface="Calibri"/>
                          <a:cs typeface="Calibri"/>
                        </a:rPr>
                        <a:t>Average</a:t>
                      </a:r>
                    </a:p>
                  </a:txBody>
                  <a:tcPr marL="91416" marR="91416" marT="45708" marB="45708" anchor="ctr" horzOverflow="overflow"/>
                </a:tc>
                <a:tc>
                  <a:txBody>
                    <a:bodyPr/>
                    <a:lstStyle/>
                    <a:p>
                      <a:pPr algn="ctr" defTabSz="914400"/>
                      <a:r>
                        <a:rPr sz="1400" b="1" dirty="0">
                          <a:latin typeface="Calibri"/>
                          <a:ea typeface="Calibri"/>
                          <a:cs typeface="Calibri"/>
                        </a:rPr>
                        <a:t>Target</a:t>
                      </a:r>
                    </a:p>
                  </a:txBody>
                  <a:tcPr marL="91416" marR="91416" marT="45708" marB="45708" anchor="ctr" horzOverflow="overflow"/>
                </a:tc>
              </a:tr>
              <a:tr h="440032">
                <a:tc>
                  <a:txBody>
                    <a:bodyPr/>
                    <a:lstStyle/>
                    <a:p>
                      <a:pPr algn="l" defTabSz="914400"/>
                      <a:r>
                        <a:rPr sz="1400" dirty="0">
                          <a:latin typeface="Calibri"/>
                          <a:ea typeface="Calibri"/>
                          <a:cs typeface="Calibri"/>
                        </a:rPr>
                        <a:t>Jan</a:t>
                      </a:r>
                    </a:p>
                  </a:txBody>
                  <a:tcPr marL="91416" marR="91416" marT="45708" marB="45708" horzOverflow="overflow"/>
                </a:tc>
                <a:tc>
                  <a:txBody>
                    <a:bodyPr/>
                    <a:lstStyle/>
                    <a:p>
                      <a:pPr algn="l" defTabSz="914400"/>
                      <a:r>
                        <a:rPr sz="1400" dirty="0">
                          <a:latin typeface="Calibri"/>
                          <a:ea typeface="Calibri"/>
                          <a:cs typeface="Calibri"/>
                        </a:rPr>
                        <a:t>20000</a:t>
                      </a:r>
                    </a:p>
                  </a:txBody>
                  <a:tcPr marL="91416" marR="91416" marT="45708" marB="45708" horzOverflow="overflow"/>
                </a:tc>
                <a:tc>
                  <a:txBody>
                    <a:bodyPr/>
                    <a:lstStyle/>
                    <a:p>
                      <a:pPr algn="l" defTabSz="914400"/>
                      <a:r>
                        <a:rPr sz="1400" dirty="0">
                          <a:latin typeface="Calibri"/>
                          <a:ea typeface="Calibri"/>
                          <a:cs typeface="Calibri"/>
                        </a:rPr>
                        <a:t>4200</a:t>
                      </a:r>
                    </a:p>
                  </a:txBody>
                  <a:tcPr marL="91416" marR="91416" marT="45708" marB="45708" horzOverflow="overflow"/>
                </a:tc>
                <a:tc>
                  <a:txBody>
                    <a:bodyPr/>
                    <a:lstStyle/>
                    <a:p>
                      <a:pPr algn="l" defTabSz="914400"/>
                      <a:r>
                        <a:rPr sz="1400" dirty="0">
                          <a:latin typeface="Calibri"/>
                          <a:ea typeface="Calibri"/>
                          <a:cs typeface="Calibri"/>
                        </a:rPr>
                        <a:t>8000</a:t>
                      </a:r>
                    </a:p>
                  </a:txBody>
                  <a:tcPr marL="91416" marR="91416" marT="45708" marB="45708" horzOverflow="overflow"/>
                </a:tc>
                <a:tc>
                  <a:txBody>
                    <a:bodyPr/>
                    <a:lstStyle/>
                    <a:p>
                      <a:pPr algn="l" defTabSz="914400"/>
                      <a:r>
                        <a:rPr sz="1400" dirty="0">
                          <a:latin typeface="Calibri"/>
                          <a:ea typeface="Calibri"/>
                          <a:cs typeface="Calibri"/>
                        </a:rPr>
                        <a:t>12000</a:t>
                      </a:r>
                    </a:p>
                  </a:txBody>
                  <a:tcPr marL="91416" marR="91416" marT="45708" marB="45708" horzOverflow="overflow"/>
                </a:tc>
                <a:tc>
                  <a:txBody>
                    <a:bodyPr/>
                    <a:lstStyle/>
                    <a:p>
                      <a:pPr algn="l" defTabSz="914400"/>
                      <a:r>
                        <a:rPr sz="1400" dirty="0">
                          <a:latin typeface="Calibri"/>
                          <a:ea typeface="Calibri"/>
                          <a:cs typeface="Calibri"/>
                        </a:rPr>
                        <a:t>4700</a:t>
                      </a:r>
                    </a:p>
                  </a:txBody>
                  <a:tcPr marL="91416" marR="91416" marT="45708" marB="45708" horzOverflow="overflow"/>
                </a:tc>
                <a:tc>
                  <a:txBody>
                    <a:bodyPr/>
                    <a:lstStyle/>
                    <a:p>
                      <a:pPr algn="l" defTabSz="914400"/>
                      <a:r>
                        <a:rPr sz="1400" dirty="0">
                          <a:latin typeface="Calibri"/>
                          <a:ea typeface="Calibri"/>
                          <a:cs typeface="Calibri"/>
                        </a:rPr>
                        <a:t>15000</a:t>
                      </a:r>
                    </a:p>
                  </a:txBody>
                  <a:tcPr marL="91416" marR="91416" marT="45708" marB="45708" horzOverflow="overflow"/>
                </a:tc>
                <a:tc>
                  <a:txBody>
                    <a:bodyPr/>
                    <a:lstStyle/>
                    <a:p>
                      <a:pPr algn="l" defTabSz="914400"/>
                      <a:r>
                        <a:rPr sz="1400" dirty="0">
                          <a:latin typeface="Calibri"/>
                          <a:ea typeface="Calibri"/>
                          <a:cs typeface="Calibri"/>
                        </a:rPr>
                        <a:t>10650</a:t>
                      </a:r>
                    </a:p>
                  </a:txBody>
                  <a:tcPr marL="91416" marR="91416" marT="45708" marB="45708" horzOverflow="overflow"/>
                </a:tc>
                <a:tc>
                  <a:txBody>
                    <a:bodyPr/>
                    <a:lstStyle/>
                    <a:p>
                      <a:pPr algn="l" defTabSz="914400"/>
                      <a:r>
                        <a:rPr sz="1400" dirty="0">
                          <a:latin typeface="Calibri"/>
                          <a:ea typeface="Calibri"/>
                          <a:cs typeface="Calibri"/>
                        </a:rPr>
                        <a:t>35000</a:t>
                      </a:r>
                    </a:p>
                  </a:txBody>
                  <a:tcPr marL="91416" marR="91416" marT="45708" marB="45708" horzOverflow="overflow"/>
                </a:tc>
              </a:tr>
              <a:tr h="440032">
                <a:tc>
                  <a:txBody>
                    <a:bodyPr/>
                    <a:lstStyle/>
                    <a:p>
                      <a:pPr algn="l" defTabSz="914400"/>
                      <a:r>
                        <a:rPr sz="1400" dirty="0">
                          <a:latin typeface="Calibri"/>
                          <a:ea typeface="Calibri"/>
                          <a:cs typeface="Calibri"/>
                        </a:rPr>
                        <a:t>Feb</a:t>
                      </a:r>
                    </a:p>
                  </a:txBody>
                  <a:tcPr marL="91416" marR="91416" marT="45708" marB="45708" horzOverflow="overflow"/>
                </a:tc>
                <a:tc>
                  <a:txBody>
                    <a:bodyPr/>
                    <a:lstStyle/>
                    <a:p>
                      <a:pPr algn="l" defTabSz="914400"/>
                      <a:r>
                        <a:rPr sz="1400" dirty="0">
                          <a:latin typeface="Calibri"/>
                          <a:ea typeface="Calibri"/>
                          <a:cs typeface="Calibri"/>
                        </a:rPr>
                        <a:t>8300</a:t>
                      </a:r>
                    </a:p>
                  </a:txBody>
                  <a:tcPr marL="91416" marR="91416" marT="45708" marB="45708" horzOverflow="overflow"/>
                </a:tc>
                <a:tc>
                  <a:txBody>
                    <a:bodyPr/>
                    <a:lstStyle/>
                    <a:p>
                      <a:pPr algn="l" defTabSz="914400"/>
                      <a:r>
                        <a:rPr sz="1400" dirty="0">
                          <a:latin typeface="Calibri"/>
                          <a:ea typeface="Calibri"/>
                          <a:cs typeface="Calibri"/>
                        </a:rPr>
                        <a:t>19000</a:t>
                      </a:r>
                    </a:p>
                  </a:txBody>
                  <a:tcPr marL="91416" marR="91416" marT="45708" marB="45708" horzOverflow="overflow"/>
                </a:tc>
                <a:tc>
                  <a:txBody>
                    <a:bodyPr/>
                    <a:lstStyle/>
                    <a:p>
                      <a:pPr algn="l" defTabSz="914400"/>
                      <a:r>
                        <a:rPr sz="1400" dirty="0">
                          <a:latin typeface="Calibri"/>
                          <a:ea typeface="Calibri"/>
                          <a:cs typeface="Calibri"/>
                        </a:rPr>
                        <a:t>21000</a:t>
                      </a:r>
                    </a:p>
                  </a:txBody>
                  <a:tcPr marL="91416" marR="91416" marT="45708" marB="45708" horzOverflow="overflow"/>
                </a:tc>
                <a:tc>
                  <a:txBody>
                    <a:bodyPr/>
                    <a:lstStyle/>
                    <a:p>
                      <a:pPr algn="l" defTabSz="914400"/>
                      <a:r>
                        <a:rPr sz="1400" dirty="0">
                          <a:latin typeface="Calibri"/>
                          <a:ea typeface="Calibri"/>
                          <a:cs typeface="Calibri"/>
                        </a:rPr>
                        <a:t>15230</a:t>
                      </a:r>
                    </a:p>
                  </a:txBody>
                  <a:tcPr marL="91416" marR="91416" marT="45708" marB="45708" horzOverflow="overflow"/>
                </a:tc>
                <a:tc>
                  <a:txBody>
                    <a:bodyPr/>
                    <a:lstStyle/>
                    <a:p>
                      <a:pPr algn="l" defTabSz="914400"/>
                      <a:r>
                        <a:rPr sz="1400" dirty="0">
                          <a:latin typeface="Calibri"/>
                          <a:ea typeface="Calibri"/>
                          <a:cs typeface="Calibri"/>
                        </a:rPr>
                        <a:t>7230</a:t>
                      </a:r>
                    </a:p>
                  </a:txBody>
                  <a:tcPr marL="91416" marR="91416" marT="45708" marB="45708" horzOverflow="overflow"/>
                </a:tc>
                <a:tc>
                  <a:txBody>
                    <a:bodyPr/>
                    <a:lstStyle/>
                    <a:p>
                      <a:pPr algn="l" defTabSz="914400"/>
                      <a:r>
                        <a:rPr sz="1400" dirty="0">
                          <a:latin typeface="Calibri"/>
                          <a:ea typeface="Calibri"/>
                          <a:cs typeface="Calibri"/>
                        </a:rPr>
                        <a:t>1800</a:t>
                      </a:r>
                    </a:p>
                  </a:txBody>
                  <a:tcPr marL="91416" marR="91416" marT="45708" marB="45708" horzOverflow="overflow"/>
                </a:tc>
                <a:tc>
                  <a:txBody>
                    <a:bodyPr/>
                    <a:lstStyle/>
                    <a:p>
                      <a:pPr algn="l" defTabSz="914400"/>
                      <a:r>
                        <a:rPr sz="1400" dirty="0">
                          <a:latin typeface="Calibri"/>
                          <a:ea typeface="Calibri"/>
                          <a:cs typeface="Calibri"/>
                        </a:rPr>
                        <a:t>12093</a:t>
                      </a:r>
                    </a:p>
                  </a:txBody>
                  <a:tcPr marL="91416" marR="91416" marT="45708" marB="45708" horzOverflow="overflow"/>
                </a:tc>
                <a:tc>
                  <a:txBody>
                    <a:bodyPr/>
                    <a:lstStyle/>
                    <a:p>
                      <a:pPr algn="l" defTabSz="914400"/>
                      <a:r>
                        <a:rPr sz="1400" dirty="0">
                          <a:latin typeface="Calibri"/>
                          <a:ea typeface="Calibri"/>
                          <a:cs typeface="Calibri"/>
                        </a:rPr>
                        <a:t>18000</a:t>
                      </a:r>
                    </a:p>
                  </a:txBody>
                  <a:tcPr marL="91416" marR="91416" marT="45708" marB="45708" horzOverflow="overflow"/>
                </a:tc>
              </a:tr>
              <a:tr h="440032">
                <a:tc>
                  <a:txBody>
                    <a:bodyPr/>
                    <a:lstStyle/>
                    <a:p>
                      <a:pPr algn="l" defTabSz="914400"/>
                      <a:r>
                        <a:rPr sz="1400" dirty="0">
                          <a:latin typeface="Calibri"/>
                          <a:ea typeface="Calibri"/>
                          <a:cs typeface="Calibri"/>
                        </a:rPr>
                        <a:t>Mar</a:t>
                      </a:r>
                    </a:p>
                  </a:txBody>
                  <a:tcPr marL="91416" marR="91416" marT="45708" marB="45708" horzOverflow="overflow"/>
                </a:tc>
                <a:tc>
                  <a:txBody>
                    <a:bodyPr/>
                    <a:lstStyle/>
                    <a:p>
                      <a:pPr algn="l" defTabSz="914400"/>
                      <a:r>
                        <a:rPr sz="1400" dirty="0">
                          <a:latin typeface="Calibri"/>
                          <a:ea typeface="Calibri"/>
                          <a:cs typeface="Calibri"/>
                        </a:rPr>
                        <a:t>4600</a:t>
                      </a:r>
                    </a:p>
                  </a:txBody>
                  <a:tcPr marL="91416" marR="91416" marT="45708" marB="45708" horzOverflow="overflow"/>
                </a:tc>
                <a:tc>
                  <a:txBody>
                    <a:bodyPr/>
                    <a:lstStyle/>
                    <a:p>
                      <a:pPr algn="l" defTabSz="914400"/>
                      <a:r>
                        <a:rPr sz="1400" dirty="0">
                          <a:latin typeface="Calibri"/>
                          <a:ea typeface="Calibri"/>
                          <a:cs typeface="Calibri"/>
                        </a:rPr>
                        <a:t>9000</a:t>
                      </a:r>
                    </a:p>
                  </a:txBody>
                  <a:tcPr marL="91416" marR="91416" marT="45708" marB="45708" horzOverflow="overflow"/>
                </a:tc>
                <a:tc>
                  <a:txBody>
                    <a:bodyPr/>
                    <a:lstStyle/>
                    <a:p>
                      <a:pPr algn="l" defTabSz="914400"/>
                      <a:r>
                        <a:rPr sz="1400" dirty="0">
                          <a:latin typeface="Calibri"/>
                          <a:ea typeface="Calibri"/>
                          <a:cs typeface="Calibri"/>
                        </a:rPr>
                        <a:t>7500</a:t>
                      </a:r>
                    </a:p>
                  </a:txBody>
                  <a:tcPr marL="91416" marR="91416" marT="45708" marB="45708" horzOverflow="overflow"/>
                </a:tc>
                <a:tc>
                  <a:txBody>
                    <a:bodyPr/>
                    <a:lstStyle/>
                    <a:p>
                      <a:pPr algn="l" defTabSz="914400"/>
                      <a:r>
                        <a:rPr sz="1400" dirty="0">
                          <a:latin typeface="Calibri"/>
                          <a:ea typeface="Calibri"/>
                          <a:cs typeface="Calibri"/>
                        </a:rPr>
                        <a:t>8000</a:t>
                      </a:r>
                    </a:p>
                  </a:txBody>
                  <a:tcPr marL="91416" marR="91416" marT="45708" marB="45708" horzOverflow="overflow"/>
                </a:tc>
                <a:tc>
                  <a:txBody>
                    <a:bodyPr/>
                    <a:lstStyle/>
                    <a:p>
                      <a:pPr algn="l" defTabSz="914400"/>
                      <a:r>
                        <a:rPr sz="1400" dirty="0">
                          <a:latin typeface="Calibri"/>
                          <a:ea typeface="Calibri"/>
                          <a:cs typeface="Calibri"/>
                        </a:rPr>
                        <a:t>30000</a:t>
                      </a:r>
                    </a:p>
                  </a:txBody>
                  <a:tcPr marL="91416" marR="91416" marT="45708" marB="45708" horzOverflow="overflow"/>
                </a:tc>
                <a:tc>
                  <a:txBody>
                    <a:bodyPr/>
                    <a:lstStyle/>
                    <a:p>
                      <a:pPr algn="l" defTabSz="914400"/>
                      <a:r>
                        <a:rPr sz="1400" dirty="0">
                          <a:latin typeface="Calibri"/>
                          <a:ea typeface="Calibri"/>
                          <a:cs typeface="Calibri"/>
                        </a:rPr>
                        <a:t>22000</a:t>
                      </a:r>
                    </a:p>
                  </a:txBody>
                  <a:tcPr marL="91416" marR="91416" marT="45708" marB="45708" horzOverflow="overflow"/>
                </a:tc>
                <a:tc>
                  <a:txBody>
                    <a:bodyPr/>
                    <a:lstStyle/>
                    <a:p>
                      <a:pPr algn="l" defTabSz="914400"/>
                      <a:r>
                        <a:rPr sz="1400" dirty="0">
                          <a:latin typeface="Calibri"/>
                          <a:ea typeface="Calibri"/>
                          <a:cs typeface="Calibri"/>
                        </a:rPr>
                        <a:t>13517</a:t>
                      </a:r>
                    </a:p>
                  </a:txBody>
                  <a:tcPr marL="91416" marR="91416" marT="45708" marB="45708" horzOverflow="overflow"/>
                </a:tc>
                <a:tc>
                  <a:txBody>
                    <a:bodyPr/>
                    <a:lstStyle/>
                    <a:p>
                      <a:pPr algn="l" defTabSz="914400"/>
                      <a:r>
                        <a:rPr sz="1400" dirty="0">
                          <a:latin typeface="Calibri"/>
                          <a:ea typeface="Calibri"/>
                          <a:cs typeface="Calibri"/>
                        </a:rPr>
                        <a:t>13200</a:t>
                      </a:r>
                    </a:p>
                  </a:txBody>
                  <a:tcPr marL="91416" marR="91416" marT="45708" marB="45708" horzOverflow="overflow"/>
                </a:tc>
              </a:tr>
              <a:tr h="440032">
                <a:tc>
                  <a:txBody>
                    <a:bodyPr/>
                    <a:lstStyle/>
                    <a:p>
                      <a:pPr algn="l" defTabSz="914400"/>
                      <a:r>
                        <a:rPr sz="1400" dirty="0">
                          <a:latin typeface="Calibri"/>
                          <a:ea typeface="Calibri"/>
                          <a:cs typeface="Calibri"/>
                        </a:rPr>
                        <a:t>Apr</a:t>
                      </a:r>
                    </a:p>
                  </a:txBody>
                  <a:tcPr marL="91416" marR="91416" marT="45708" marB="45708" horzOverflow="overflow"/>
                </a:tc>
                <a:tc>
                  <a:txBody>
                    <a:bodyPr/>
                    <a:lstStyle/>
                    <a:p>
                      <a:pPr algn="l" defTabSz="914400"/>
                      <a:r>
                        <a:rPr sz="1400" dirty="0">
                          <a:latin typeface="Calibri"/>
                          <a:ea typeface="Calibri"/>
                          <a:cs typeface="Calibri"/>
                        </a:rPr>
                        <a:t>3530</a:t>
                      </a:r>
                    </a:p>
                  </a:txBody>
                  <a:tcPr marL="91416" marR="91416" marT="45708" marB="45708" horzOverflow="overflow"/>
                </a:tc>
                <a:tc>
                  <a:txBody>
                    <a:bodyPr/>
                    <a:lstStyle/>
                    <a:p>
                      <a:pPr algn="l" defTabSz="914400"/>
                      <a:r>
                        <a:rPr sz="1400" dirty="0">
                          <a:latin typeface="Calibri"/>
                          <a:ea typeface="Calibri"/>
                          <a:cs typeface="Calibri"/>
                        </a:rPr>
                        <a:t>13430</a:t>
                      </a:r>
                    </a:p>
                  </a:txBody>
                  <a:tcPr marL="91416" marR="91416" marT="45708" marB="45708" horzOverflow="overflow"/>
                </a:tc>
                <a:tc>
                  <a:txBody>
                    <a:bodyPr/>
                    <a:lstStyle/>
                    <a:p>
                      <a:pPr algn="l" defTabSz="914400"/>
                      <a:r>
                        <a:rPr sz="1400" dirty="0">
                          <a:latin typeface="Calibri"/>
                          <a:ea typeface="Calibri"/>
                          <a:cs typeface="Calibri"/>
                        </a:rPr>
                        <a:t>3550</a:t>
                      </a:r>
                    </a:p>
                  </a:txBody>
                  <a:tcPr marL="91416" marR="91416" marT="45708" marB="45708" horzOverflow="overflow"/>
                </a:tc>
                <a:tc>
                  <a:txBody>
                    <a:bodyPr/>
                    <a:lstStyle/>
                    <a:p>
                      <a:pPr algn="l" defTabSz="914400"/>
                      <a:r>
                        <a:rPr sz="1400" dirty="0">
                          <a:latin typeface="Calibri"/>
                          <a:ea typeface="Calibri"/>
                          <a:cs typeface="Calibri"/>
                        </a:rPr>
                        <a:t>10670</a:t>
                      </a:r>
                    </a:p>
                  </a:txBody>
                  <a:tcPr marL="91416" marR="91416" marT="45708" marB="45708" horzOverflow="overflow"/>
                </a:tc>
                <a:tc>
                  <a:txBody>
                    <a:bodyPr/>
                    <a:lstStyle/>
                    <a:p>
                      <a:pPr algn="l" defTabSz="914400"/>
                      <a:r>
                        <a:rPr sz="1400" dirty="0">
                          <a:latin typeface="Calibri"/>
                          <a:ea typeface="Calibri"/>
                          <a:cs typeface="Calibri"/>
                        </a:rPr>
                        <a:t>27860</a:t>
                      </a:r>
                    </a:p>
                  </a:txBody>
                  <a:tcPr marL="91416" marR="91416" marT="45708" marB="45708" horzOverflow="overflow"/>
                </a:tc>
                <a:tc>
                  <a:txBody>
                    <a:bodyPr/>
                    <a:lstStyle/>
                    <a:p>
                      <a:pPr algn="l" defTabSz="914400"/>
                      <a:r>
                        <a:rPr sz="1400" dirty="0">
                          <a:latin typeface="Calibri"/>
                          <a:ea typeface="Calibri"/>
                          <a:cs typeface="Calibri"/>
                        </a:rPr>
                        <a:t>5414</a:t>
                      </a:r>
                    </a:p>
                  </a:txBody>
                  <a:tcPr marL="91416" marR="91416" marT="45708" marB="45708" horzOverflow="overflow"/>
                </a:tc>
                <a:tc>
                  <a:txBody>
                    <a:bodyPr/>
                    <a:lstStyle/>
                    <a:p>
                      <a:pPr algn="l" defTabSz="914400"/>
                      <a:r>
                        <a:rPr sz="1400" dirty="0">
                          <a:latin typeface="Calibri"/>
                          <a:ea typeface="Calibri"/>
                          <a:cs typeface="Calibri"/>
                        </a:rPr>
                        <a:t>10742</a:t>
                      </a:r>
                    </a:p>
                  </a:txBody>
                  <a:tcPr marL="91416" marR="91416" marT="45708" marB="45708" horzOverflow="overflow"/>
                </a:tc>
                <a:tc>
                  <a:txBody>
                    <a:bodyPr/>
                    <a:lstStyle/>
                    <a:p>
                      <a:pPr algn="l" defTabSz="914400"/>
                      <a:r>
                        <a:rPr sz="1400" dirty="0">
                          <a:latin typeface="Calibri"/>
                          <a:ea typeface="Calibri"/>
                          <a:cs typeface="Calibri"/>
                        </a:rPr>
                        <a:t>50000</a:t>
                      </a:r>
                    </a:p>
                  </a:txBody>
                  <a:tcPr marL="91416" marR="91416" marT="45708" marB="45708" horzOverflow="overflow"/>
                </a:tc>
              </a:tr>
              <a:tr h="440032">
                <a:tc>
                  <a:txBody>
                    <a:bodyPr/>
                    <a:lstStyle/>
                    <a:p>
                      <a:pPr algn="l" defTabSz="914400"/>
                      <a:r>
                        <a:rPr sz="1400" dirty="0">
                          <a:latin typeface="Calibri"/>
                          <a:ea typeface="Calibri"/>
                          <a:cs typeface="Calibri"/>
                        </a:rPr>
                        <a:t>May</a:t>
                      </a:r>
                    </a:p>
                  </a:txBody>
                  <a:tcPr marL="91416" marR="91416" marT="45708" marB="45708" horzOverflow="overflow"/>
                </a:tc>
                <a:tc>
                  <a:txBody>
                    <a:bodyPr/>
                    <a:lstStyle/>
                    <a:p>
                      <a:pPr algn="l" defTabSz="914400"/>
                      <a:r>
                        <a:rPr sz="1400" dirty="0">
                          <a:latin typeface="Calibri"/>
                          <a:ea typeface="Calibri"/>
                          <a:cs typeface="Calibri"/>
                        </a:rPr>
                        <a:t>10293</a:t>
                      </a:r>
                    </a:p>
                  </a:txBody>
                  <a:tcPr marL="91416" marR="91416" marT="45708" marB="45708" horzOverflow="overflow"/>
                </a:tc>
                <a:tc>
                  <a:txBody>
                    <a:bodyPr/>
                    <a:lstStyle/>
                    <a:p>
                      <a:pPr algn="l" defTabSz="914400"/>
                      <a:r>
                        <a:rPr sz="1400" dirty="0">
                          <a:latin typeface="Calibri"/>
                          <a:ea typeface="Calibri"/>
                          <a:cs typeface="Calibri"/>
                        </a:rPr>
                        <a:t>23760</a:t>
                      </a:r>
                    </a:p>
                  </a:txBody>
                  <a:tcPr marL="91416" marR="91416" marT="45708" marB="45708" horzOverflow="overflow"/>
                </a:tc>
                <a:tc>
                  <a:txBody>
                    <a:bodyPr/>
                    <a:lstStyle/>
                    <a:p>
                      <a:pPr algn="l" defTabSz="914400"/>
                      <a:r>
                        <a:rPr sz="1400" dirty="0">
                          <a:latin typeface="Calibri"/>
                          <a:ea typeface="Calibri"/>
                          <a:cs typeface="Calibri"/>
                        </a:rPr>
                        <a:t>10378</a:t>
                      </a:r>
                    </a:p>
                  </a:txBody>
                  <a:tcPr marL="91416" marR="91416" marT="45708" marB="45708" horzOverflow="overflow"/>
                </a:tc>
                <a:tc>
                  <a:txBody>
                    <a:bodyPr/>
                    <a:lstStyle/>
                    <a:p>
                      <a:pPr algn="l" defTabSz="914400"/>
                      <a:r>
                        <a:rPr sz="1400" dirty="0">
                          <a:latin typeface="Calibri"/>
                          <a:ea typeface="Calibri"/>
                          <a:cs typeface="Calibri"/>
                        </a:rPr>
                        <a:t>24857</a:t>
                      </a:r>
                    </a:p>
                  </a:txBody>
                  <a:tcPr marL="91416" marR="91416" marT="45708" marB="45708" horzOverflow="overflow"/>
                </a:tc>
                <a:tc>
                  <a:txBody>
                    <a:bodyPr/>
                    <a:lstStyle/>
                    <a:p>
                      <a:pPr algn="l" defTabSz="914400"/>
                      <a:r>
                        <a:rPr sz="1400" dirty="0">
                          <a:latin typeface="Calibri"/>
                          <a:ea typeface="Calibri"/>
                          <a:cs typeface="Calibri"/>
                        </a:rPr>
                        <a:t>12104</a:t>
                      </a:r>
                    </a:p>
                  </a:txBody>
                  <a:tcPr marL="91416" marR="91416" marT="45708" marB="45708" horzOverflow="overflow"/>
                </a:tc>
                <a:tc>
                  <a:txBody>
                    <a:bodyPr/>
                    <a:lstStyle/>
                    <a:p>
                      <a:pPr algn="l" defTabSz="914400"/>
                      <a:r>
                        <a:rPr sz="1400" dirty="0">
                          <a:latin typeface="Calibri"/>
                          <a:ea typeface="Calibri"/>
                          <a:cs typeface="Calibri"/>
                        </a:rPr>
                        <a:t>21350</a:t>
                      </a:r>
                    </a:p>
                  </a:txBody>
                  <a:tcPr marL="91416" marR="91416" marT="45708" marB="45708" horzOverflow="overflow"/>
                </a:tc>
                <a:tc>
                  <a:txBody>
                    <a:bodyPr/>
                    <a:lstStyle/>
                    <a:p>
                      <a:pPr algn="l" defTabSz="914400"/>
                      <a:r>
                        <a:rPr sz="1400" dirty="0">
                          <a:latin typeface="Calibri"/>
                          <a:ea typeface="Calibri"/>
                          <a:cs typeface="Calibri"/>
                        </a:rPr>
                        <a:t>17124</a:t>
                      </a:r>
                    </a:p>
                  </a:txBody>
                  <a:tcPr marL="91416" marR="91416" marT="45708" marB="45708" horzOverflow="overflow"/>
                </a:tc>
                <a:tc>
                  <a:txBody>
                    <a:bodyPr/>
                    <a:lstStyle/>
                    <a:p>
                      <a:pPr algn="l" defTabSz="914400"/>
                      <a:r>
                        <a:rPr sz="1400" dirty="0">
                          <a:latin typeface="Calibri"/>
                          <a:ea typeface="Calibri"/>
                          <a:cs typeface="Calibri"/>
                        </a:rPr>
                        <a:t>25460</a:t>
                      </a:r>
                    </a:p>
                  </a:txBody>
                  <a:tcPr marL="91416" marR="91416" marT="45708" marB="45708" horzOverflow="overflow"/>
                </a:tc>
              </a:tr>
              <a:tr h="440032">
                <a:tc>
                  <a:txBody>
                    <a:bodyPr/>
                    <a:lstStyle/>
                    <a:p>
                      <a:pPr algn="l" defTabSz="914400"/>
                      <a:r>
                        <a:rPr sz="1400" dirty="0">
                          <a:latin typeface="Calibri"/>
                          <a:ea typeface="Calibri"/>
                          <a:cs typeface="Calibri"/>
                        </a:rPr>
                        <a:t>Jun</a:t>
                      </a:r>
                    </a:p>
                  </a:txBody>
                  <a:tcPr marL="91416" marR="91416" marT="45708" marB="45708" horzOverflow="overflow"/>
                </a:tc>
                <a:tc>
                  <a:txBody>
                    <a:bodyPr/>
                    <a:lstStyle/>
                    <a:p>
                      <a:pPr algn="l" defTabSz="914400"/>
                      <a:r>
                        <a:rPr sz="1400" dirty="0">
                          <a:latin typeface="Calibri"/>
                          <a:ea typeface="Calibri"/>
                          <a:cs typeface="Calibri"/>
                        </a:rPr>
                        <a:t>9070</a:t>
                      </a:r>
                    </a:p>
                  </a:txBody>
                  <a:tcPr marL="91416" marR="91416" marT="45708" marB="45708" horzOverflow="overflow"/>
                </a:tc>
                <a:tc>
                  <a:txBody>
                    <a:bodyPr/>
                    <a:lstStyle/>
                    <a:p>
                      <a:pPr algn="l" defTabSz="914400"/>
                      <a:r>
                        <a:rPr sz="1400" dirty="0">
                          <a:latin typeface="Calibri"/>
                          <a:ea typeface="Calibri"/>
                          <a:cs typeface="Calibri"/>
                        </a:rPr>
                        <a:t>8218</a:t>
                      </a:r>
                    </a:p>
                  </a:txBody>
                  <a:tcPr marL="91416" marR="91416" marT="45708" marB="45708" horzOverflow="overflow"/>
                </a:tc>
                <a:tc>
                  <a:txBody>
                    <a:bodyPr/>
                    <a:lstStyle/>
                    <a:p>
                      <a:pPr algn="l" defTabSz="914400"/>
                      <a:r>
                        <a:rPr sz="1400" dirty="0">
                          <a:latin typeface="Calibri"/>
                          <a:ea typeface="Calibri"/>
                          <a:cs typeface="Calibri"/>
                        </a:rPr>
                        <a:t>23480</a:t>
                      </a:r>
                    </a:p>
                  </a:txBody>
                  <a:tcPr marL="91416" marR="91416" marT="45708" marB="45708" horzOverflow="overflow"/>
                </a:tc>
                <a:tc>
                  <a:txBody>
                    <a:bodyPr/>
                    <a:lstStyle/>
                    <a:p>
                      <a:pPr algn="l" defTabSz="914400"/>
                      <a:r>
                        <a:rPr sz="1400" dirty="0">
                          <a:latin typeface="Calibri"/>
                          <a:ea typeface="Calibri"/>
                          <a:cs typeface="Calibri"/>
                        </a:rPr>
                        <a:t>20492</a:t>
                      </a:r>
                    </a:p>
                  </a:txBody>
                  <a:tcPr marL="91416" marR="91416" marT="45708" marB="45708" horzOverflow="overflow"/>
                </a:tc>
                <a:tc>
                  <a:txBody>
                    <a:bodyPr/>
                    <a:lstStyle/>
                    <a:p>
                      <a:pPr algn="l" defTabSz="914400"/>
                      <a:r>
                        <a:rPr sz="1400" dirty="0">
                          <a:latin typeface="Calibri"/>
                          <a:ea typeface="Calibri"/>
                          <a:cs typeface="Calibri"/>
                        </a:rPr>
                        <a:t>9103</a:t>
                      </a:r>
                    </a:p>
                  </a:txBody>
                  <a:tcPr marL="91416" marR="91416" marT="45708" marB="45708" horzOverflow="overflow"/>
                </a:tc>
                <a:tc>
                  <a:txBody>
                    <a:bodyPr/>
                    <a:lstStyle/>
                    <a:p>
                      <a:pPr algn="l" defTabSz="914400"/>
                      <a:r>
                        <a:rPr sz="1400" dirty="0">
                          <a:latin typeface="Calibri"/>
                          <a:ea typeface="Calibri"/>
                          <a:cs typeface="Calibri"/>
                        </a:rPr>
                        <a:t>12300</a:t>
                      </a:r>
                    </a:p>
                  </a:txBody>
                  <a:tcPr marL="91416" marR="91416" marT="45708" marB="45708" horzOverflow="overflow"/>
                </a:tc>
                <a:tc>
                  <a:txBody>
                    <a:bodyPr/>
                    <a:lstStyle/>
                    <a:p>
                      <a:pPr algn="l" defTabSz="914400"/>
                      <a:r>
                        <a:rPr sz="1400" dirty="0">
                          <a:latin typeface="Calibri"/>
                          <a:ea typeface="Calibri"/>
                          <a:cs typeface="Calibri"/>
                        </a:rPr>
                        <a:t>13777</a:t>
                      </a:r>
                    </a:p>
                  </a:txBody>
                  <a:tcPr marL="91416" marR="91416" marT="45708" marB="45708" horzOverflow="overflow"/>
                </a:tc>
                <a:tc>
                  <a:txBody>
                    <a:bodyPr/>
                    <a:lstStyle/>
                    <a:p>
                      <a:pPr algn="l" defTabSz="914400"/>
                      <a:r>
                        <a:rPr sz="1400" dirty="0">
                          <a:latin typeface="Calibri"/>
                          <a:ea typeface="Calibri"/>
                          <a:cs typeface="Calibri"/>
                        </a:rPr>
                        <a:t>21600</a:t>
                      </a:r>
                    </a:p>
                  </a:txBody>
                  <a:tcPr marL="91416" marR="91416" marT="45708" marB="45708" horzOverflow="overflow"/>
                </a:tc>
              </a:tr>
              <a:tr h="440032">
                <a:tc>
                  <a:txBody>
                    <a:bodyPr/>
                    <a:lstStyle/>
                    <a:p>
                      <a:pPr algn="l" defTabSz="914400"/>
                      <a:r>
                        <a:rPr sz="1400" dirty="0">
                          <a:latin typeface="Calibri"/>
                          <a:ea typeface="Calibri"/>
                          <a:cs typeface="Calibri"/>
                        </a:rPr>
                        <a:t>Jul</a:t>
                      </a:r>
                    </a:p>
                  </a:txBody>
                  <a:tcPr marL="91416" marR="91416" marT="45708" marB="45708" horzOverflow="overflow"/>
                </a:tc>
                <a:tc>
                  <a:txBody>
                    <a:bodyPr/>
                    <a:lstStyle/>
                    <a:p>
                      <a:pPr algn="l" defTabSz="914400"/>
                      <a:r>
                        <a:rPr sz="1400" dirty="0">
                          <a:latin typeface="Calibri"/>
                          <a:ea typeface="Calibri"/>
                          <a:cs typeface="Calibri"/>
                        </a:rPr>
                        <a:t>23500</a:t>
                      </a:r>
                    </a:p>
                  </a:txBody>
                  <a:tcPr marL="91416" marR="91416" marT="45708" marB="45708" horzOverflow="overflow"/>
                </a:tc>
                <a:tc>
                  <a:txBody>
                    <a:bodyPr/>
                    <a:lstStyle/>
                    <a:p>
                      <a:pPr algn="l" defTabSz="914400"/>
                      <a:r>
                        <a:rPr sz="1400" dirty="0">
                          <a:latin typeface="Calibri"/>
                          <a:ea typeface="Calibri"/>
                          <a:cs typeface="Calibri"/>
                        </a:rPr>
                        <a:t>19230</a:t>
                      </a:r>
                    </a:p>
                  </a:txBody>
                  <a:tcPr marL="91416" marR="91416" marT="45708" marB="45708" horzOverflow="overflow"/>
                </a:tc>
                <a:tc>
                  <a:txBody>
                    <a:bodyPr/>
                    <a:lstStyle/>
                    <a:p>
                      <a:pPr algn="l" defTabSz="914400"/>
                      <a:r>
                        <a:rPr sz="1400" dirty="0">
                          <a:latin typeface="Calibri"/>
                          <a:ea typeface="Calibri"/>
                          <a:cs typeface="Calibri"/>
                        </a:rPr>
                        <a:t>87390</a:t>
                      </a:r>
                    </a:p>
                  </a:txBody>
                  <a:tcPr marL="91416" marR="91416" marT="45708" marB="45708" horzOverflow="overflow"/>
                </a:tc>
                <a:tc>
                  <a:txBody>
                    <a:bodyPr/>
                    <a:lstStyle/>
                    <a:p>
                      <a:pPr algn="l" defTabSz="914400"/>
                      <a:r>
                        <a:rPr sz="1400" dirty="0">
                          <a:latin typeface="Calibri"/>
                          <a:ea typeface="Calibri"/>
                          <a:cs typeface="Calibri"/>
                        </a:rPr>
                        <a:t>25030</a:t>
                      </a:r>
                    </a:p>
                  </a:txBody>
                  <a:tcPr marL="91416" marR="91416" marT="45708" marB="45708" horzOverflow="overflow"/>
                </a:tc>
                <a:tc>
                  <a:txBody>
                    <a:bodyPr/>
                    <a:lstStyle/>
                    <a:p>
                      <a:pPr algn="l" defTabSz="914400"/>
                      <a:r>
                        <a:rPr sz="1400" dirty="0">
                          <a:latin typeface="Calibri"/>
                          <a:ea typeface="Calibri"/>
                          <a:cs typeface="Calibri"/>
                        </a:rPr>
                        <a:t>28000</a:t>
                      </a:r>
                    </a:p>
                  </a:txBody>
                  <a:tcPr marL="91416" marR="91416" marT="45708" marB="45708" horzOverflow="overflow"/>
                </a:tc>
                <a:tc>
                  <a:txBody>
                    <a:bodyPr/>
                    <a:lstStyle/>
                    <a:p>
                      <a:pPr algn="l" defTabSz="914400"/>
                      <a:r>
                        <a:rPr sz="1400" dirty="0">
                          <a:latin typeface="Calibri"/>
                          <a:ea typeface="Calibri"/>
                          <a:cs typeface="Calibri"/>
                        </a:rPr>
                        <a:t>11890</a:t>
                      </a:r>
                    </a:p>
                  </a:txBody>
                  <a:tcPr marL="91416" marR="91416" marT="45708" marB="45708" horzOverflow="overflow"/>
                </a:tc>
                <a:tc>
                  <a:txBody>
                    <a:bodyPr/>
                    <a:lstStyle/>
                    <a:p>
                      <a:pPr algn="l" defTabSz="914400"/>
                      <a:r>
                        <a:rPr sz="1400" dirty="0">
                          <a:latin typeface="Calibri"/>
                          <a:ea typeface="Calibri"/>
                          <a:cs typeface="Calibri"/>
                        </a:rPr>
                        <a:t>32507</a:t>
                      </a:r>
                    </a:p>
                  </a:txBody>
                  <a:tcPr marL="91416" marR="91416" marT="45708" marB="45708" horzOverflow="overflow"/>
                </a:tc>
                <a:tc>
                  <a:txBody>
                    <a:bodyPr/>
                    <a:lstStyle/>
                    <a:p>
                      <a:pPr algn="l" defTabSz="914400"/>
                      <a:r>
                        <a:rPr sz="1400" dirty="0">
                          <a:latin typeface="Calibri"/>
                          <a:ea typeface="Calibri"/>
                          <a:cs typeface="Calibri"/>
                        </a:rPr>
                        <a:t>37800</a:t>
                      </a:r>
                    </a:p>
                  </a:txBody>
                  <a:tcPr marL="91416" marR="91416" marT="45708" marB="45708" horzOverflow="overflow"/>
                </a:tc>
              </a:tr>
              <a:tr h="440032">
                <a:tc>
                  <a:txBody>
                    <a:bodyPr/>
                    <a:lstStyle/>
                    <a:p>
                      <a:pPr algn="l" defTabSz="914400"/>
                      <a:r>
                        <a:rPr sz="1400" dirty="0">
                          <a:latin typeface="Calibri"/>
                          <a:ea typeface="Calibri"/>
                          <a:cs typeface="Calibri"/>
                        </a:rPr>
                        <a:t>Aug</a:t>
                      </a:r>
                    </a:p>
                  </a:txBody>
                  <a:tcPr marL="91416" marR="91416" marT="45708" marB="45708" horzOverflow="overflow"/>
                </a:tc>
                <a:tc>
                  <a:txBody>
                    <a:bodyPr/>
                    <a:lstStyle/>
                    <a:p>
                      <a:pPr algn="l" defTabSz="914400"/>
                      <a:r>
                        <a:rPr sz="1400" dirty="0">
                          <a:latin typeface="Calibri"/>
                          <a:ea typeface="Calibri"/>
                          <a:cs typeface="Calibri"/>
                        </a:rPr>
                        <a:t>39000</a:t>
                      </a:r>
                    </a:p>
                  </a:txBody>
                  <a:tcPr marL="91416" marR="91416" marT="45708" marB="45708" horzOverflow="overflow"/>
                </a:tc>
                <a:tc>
                  <a:txBody>
                    <a:bodyPr/>
                    <a:lstStyle/>
                    <a:p>
                      <a:pPr algn="l" defTabSz="914400"/>
                      <a:r>
                        <a:rPr sz="1400" dirty="0">
                          <a:latin typeface="Calibri"/>
                          <a:ea typeface="Calibri"/>
                          <a:cs typeface="Calibri"/>
                        </a:rPr>
                        <a:t>30301</a:t>
                      </a:r>
                    </a:p>
                  </a:txBody>
                  <a:tcPr marL="91416" marR="91416" marT="45708" marB="45708" horzOverflow="overflow"/>
                </a:tc>
                <a:tc>
                  <a:txBody>
                    <a:bodyPr/>
                    <a:lstStyle/>
                    <a:p>
                      <a:pPr algn="l" defTabSz="914400"/>
                      <a:r>
                        <a:rPr sz="1400" dirty="0">
                          <a:latin typeface="Calibri"/>
                          <a:ea typeface="Calibri"/>
                          <a:cs typeface="Calibri"/>
                        </a:rPr>
                        <a:t>78356</a:t>
                      </a:r>
                    </a:p>
                  </a:txBody>
                  <a:tcPr marL="91416" marR="91416" marT="45708" marB="45708" horzOverflow="overflow"/>
                </a:tc>
                <a:tc>
                  <a:txBody>
                    <a:bodyPr/>
                    <a:lstStyle/>
                    <a:p>
                      <a:pPr algn="l" defTabSz="914400"/>
                      <a:r>
                        <a:rPr sz="1400" dirty="0">
                          <a:latin typeface="Calibri"/>
                          <a:ea typeface="Calibri"/>
                          <a:cs typeface="Calibri"/>
                        </a:rPr>
                        <a:t>21121</a:t>
                      </a:r>
                    </a:p>
                  </a:txBody>
                  <a:tcPr marL="91416" marR="91416" marT="45708" marB="45708" horzOverflow="overflow"/>
                </a:tc>
                <a:tc>
                  <a:txBody>
                    <a:bodyPr/>
                    <a:lstStyle/>
                    <a:p>
                      <a:pPr algn="l" defTabSz="914400"/>
                      <a:r>
                        <a:rPr sz="1400" dirty="0">
                          <a:latin typeface="Calibri"/>
                          <a:ea typeface="Calibri"/>
                          <a:cs typeface="Calibri"/>
                        </a:rPr>
                        <a:t>30443</a:t>
                      </a:r>
                    </a:p>
                  </a:txBody>
                  <a:tcPr marL="91416" marR="91416" marT="45708" marB="45708" horzOverflow="overflow"/>
                </a:tc>
                <a:tc>
                  <a:txBody>
                    <a:bodyPr/>
                    <a:lstStyle/>
                    <a:p>
                      <a:pPr algn="l" defTabSz="914400"/>
                      <a:r>
                        <a:rPr sz="1400" dirty="0">
                          <a:latin typeface="Calibri"/>
                          <a:ea typeface="Calibri"/>
                          <a:cs typeface="Calibri"/>
                        </a:rPr>
                        <a:t>23230</a:t>
                      </a:r>
                    </a:p>
                  </a:txBody>
                  <a:tcPr marL="91416" marR="91416" marT="45708" marB="45708" horzOverflow="overflow"/>
                </a:tc>
                <a:tc>
                  <a:txBody>
                    <a:bodyPr/>
                    <a:lstStyle/>
                    <a:p>
                      <a:pPr algn="l" defTabSz="914400"/>
                      <a:r>
                        <a:rPr sz="1400" dirty="0">
                          <a:latin typeface="Calibri"/>
                          <a:ea typeface="Calibri"/>
                          <a:cs typeface="Calibri"/>
                        </a:rPr>
                        <a:t>37075</a:t>
                      </a:r>
                    </a:p>
                  </a:txBody>
                  <a:tcPr marL="91416" marR="91416" marT="45708" marB="45708" horzOverflow="overflow"/>
                </a:tc>
                <a:tc>
                  <a:txBody>
                    <a:bodyPr/>
                    <a:lstStyle/>
                    <a:p>
                      <a:pPr algn="l" defTabSz="914400"/>
                      <a:r>
                        <a:rPr sz="1400" dirty="0">
                          <a:latin typeface="Calibri"/>
                          <a:ea typeface="Calibri"/>
                          <a:cs typeface="Calibri"/>
                        </a:rPr>
                        <a:t>40900</a:t>
                      </a:r>
                    </a:p>
                  </a:txBody>
                  <a:tcPr marL="91416" marR="91416" marT="45708" marB="45708" horzOverflow="overflow"/>
                </a:tc>
              </a:tr>
              <a:tr h="440032">
                <a:tc>
                  <a:txBody>
                    <a:bodyPr/>
                    <a:lstStyle/>
                    <a:p>
                      <a:pPr algn="l" defTabSz="914400"/>
                      <a:r>
                        <a:rPr sz="1400" dirty="0">
                          <a:latin typeface="Calibri"/>
                          <a:ea typeface="Calibri"/>
                          <a:cs typeface="Calibri"/>
                        </a:rPr>
                        <a:t>Sep</a:t>
                      </a:r>
                    </a:p>
                  </a:txBody>
                  <a:tcPr marL="91416" marR="91416" marT="45708" marB="45708" horzOverflow="overflow"/>
                </a:tc>
                <a:tc>
                  <a:txBody>
                    <a:bodyPr/>
                    <a:lstStyle/>
                    <a:p>
                      <a:pPr algn="l" defTabSz="914400"/>
                      <a:r>
                        <a:rPr sz="1400" dirty="0">
                          <a:latin typeface="Calibri"/>
                          <a:ea typeface="Calibri"/>
                          <a:cs typeface="Calibri"/>
                        </a:rPr>
                        <a:t>14340</a:t>
                      </a:r>
                    </a:p>
                  </a:txBody>
                  <a:tcPr marL="91416" marR="91416" marT="45708" marB="45708" horzOverflow="overflow"/>
                </a:tc>
                <a:tc>
                  <a:txBody>
                    <a:bodyPr/>
                    <a:lstStyle/>
                    <a:p>
                      <a:pPr algn="l" defTabSz="914400"/>
                      <a:r>
                        <a:rPr sz="1400" dirty="0">
                          <a:latin typeface="Calibri"/>
                          <a:ea typeface="Calibri"/>
                          <a:cs typeface="Calibri"/>
                        </a:rPr>
                        <a:t>19403</a:t>
                      </a:r>
                    </a:p>
                  </a:txBody>
                  <a:tcPr marL="91416" marR="91416" marT="45708" marB="45708" horzOverflow="overflow"/>
                </a:tc>
                <a:tc>
                  <a:txBody>
                    <a:bodyPr/>
                    <a:lstStyle/>
                    <a:p>
                      <a:pPr algn="l" defTabSz="914400"/>
                      <a:r>
                        <a:rPr sz="1400" dirty="0">
                          <a:latin typeface="Calibri"/>
                          <a:ea typeface="Calibri"/>
                          <a:cs typeface="Calibri"/>
                        </a:rPr>
                        <a:t>89024</a:t>
                      </a:r>
                    </a:p>
                  </a:txBody>
                  <a:tcPr marL="91416" marR="91416" marT="45708" marB="45708" horzOverflow="overflow"/>
                </a:tc>
                <a:tc>
                  <a:txBody>
                    <a:bodyPr/>
                    <a:lstStyle/>
                    <a:p>
                      <a:pPr algn="l" defTabSz="914400"/>
                      <a:r>
                        <a:rPr sz="1400" dirty="0">
                          <a:latin typeface="Calibri"/>
                          <a:ea typeface="Calibri"/>
                          <a:cs typeface="Calibri"/>
                        </a:rPr>
                        <a:t>1230</a:t>
                      </a:r>
                    </a:p>
                  </a:txBody>
                  <a:tcPr marL="91416" marR="91416" marT="45708" marB="45708" horzOverflow="overflow"/>
                </a:tc>
                <a:tc>
                  <a:txBody>
                    <a:bodyPr/>
                    <a:lstStyle/>
                    <a:p>
                      <a:pPr algn="l" defTabSz="914400"/>
                      <a:r>
                        <a:rPr sz="1400" dirty="0">
                          <a:latin typeface="Calibri"/>
                          <a:ea typeface="Calibri"/>
                          <a:cs typeface="Calibri"/>
                        </a:rPr>
                        <a:t>12561</a:t>
                      </a:r>
                    </a:p>
                  </a:txBody>
                  <a:tcPr marL="91416" marR="91416" marT="45708" marB="45708" horzOverflow="overflow"/>
                </a:tc>
                <a:tc>
                  <a:txBody>
                    <a:bodyPr/>
                    <a:lstStyle/>
                    <a:p>
                      <a:pPr algn="l" defTabSz="914400"/>
                      <a:r>
                        <a:rPr sz="1400" dirty="0">
                          <a:latin typeface="Calibri"/>
                          <a:ea typeface="Calibri"/>
                          <a:cs typeface="Calibri"/>
                        </a:rPr>
                        <a:t>29000</a:t>
                      </a:r>
                    </a:p>
                  </a:txBody>
                  <a:tcPr marL="91416" marR="91416" marT="45708" marB="45708" horzOverflow="overflow"/>
                </a:tc>
                <a:tc>
                  <a:txBody>
                    <a:bodyPr/>
                    <a:lstStyle/>
                    <a:p>
                      <a:pPr algn="l" defTabSz="914400"/>
                      <a:r>
                        <a:rPr sz="1400" dirty="0">
                          <a:latin typeface="Calibri"/>
                          <a:ea typeface="Calibri"/>
                          <a:cs typeface="Calibri"/>
                        </a:rPr>
                        <a:t>27593</a:t>
                      </a:r>
                    </a:p>
                  </a:txBody>
                  <a:tcPr marL="91416" marR="91416" marT="45708" marB="45708" horzOverflow="overflow"/>
                </a:tc>
                <a:tc>
                  <a:txBody>
                    <a:bodyPr/>
                    <a:lstStyle/>
                    <a:p>
                      <a:pPr algn="l" defTabSz="914400"/>
                      <a:r>
                        <a:rPr sz="1400" dirty="0">
                          <a:latin typeface="Calibri"/>
                          <a:ea typeface="Calibri"/>
                          <a:cs typeface="Calibri"/>
                        </a:rPr>
                        <a:t>29800</a:t>
                      </a:r>
                    </a:p>
                  </a:txBody>
                  <a:tcPr marL="91416" marR="91416" marT="45708" marB="45708" horzOverflow="overflow"/>
                </a:tc>
              </a:tr>
            </a:tbl>
          </a:graphicData>
        </a:graphic>
      </p:graphicFrame>
      <p:sp>
        <p:nvSpPr>
          <p:cNvPr id="4" name="SyncfusionLicense"/>
          <p:cNvSpPr txBox="1">
            <a:spLocks noChangeArrowheads="1"/>
          </p:cNvSpPr>
          <p:nvPr/>
        </p:nvSpPr>
        <p:spPr>
          <a:xfrm rot="0">
            <a:off x="0" y="5715000"/>
            <a:ext cx="12188825" cy="1143000"/>
          </a:xfrm>
          <a:prstGeom prst="rect">
            <a:avLst/>
          </a:prstGeom>
          <a:solidFill>
            <a:srgbClr val="FFFFFF"/>
          </a:solidFill>
          <a:ln>
            <a:headEnd type="none"/>
            <a:tailEnd type="none"/>
          </a:ln>
        </p:spPr>
        <p:txBody>
          <a:bodyPr anchor="ctr" wrap="square">
            <a:spAutoFit/>
          </a:bodyPr>
          <a:lstStyle/>
          <a:p>
            <a:pPr algn="ctr" defTabSz="914400">
              <a:defRPr sz="1800" dirty="0">
                <a:solidFill>
                  <a:srgbClr val="FF0000"/>
                </a:solidFill>
              </a:defRPr>
            </a:pPr>
            <a:r>
              <a:rPr/>
              <a:t>Created with a trial version of Syncfusion PowerPoint library or registered the wrong key in your application. Click </a:t>
            </a:r>
            <a:r>
              <a:rPr dirty="0">
                <a:solidFill>
                  <a:srgbClr val="0000FF"/>
                </a:solidFill>
                <a:hlinkClick r:id="rId2" action="ppaction://hlinkfile">
                  <a:extLst>
                    <a:ext uri="{A12FA001-AC4F-418D-AE19-62706E023703}">
                      <ahyp:hlinkClr xmlns:ahyp="http://schemas.microsoft.com/office/drawing/2018/hyperlinkcolor" val="tx"/>
                    </a:ext>
                  </a:extLst>
                </a:hlinkClick>
              </a:rPr>
              <a:t>here</a:t>
            </a:r>
            <a:r>
              <a:rPr/>
              <a:t> to obtain the valid key.</a:t>
            </a:r>
          </a:p>
        </p:txBody>
      </p:sp>
    </p:spTree>
  </p:cSld>
  <p:clrMapOvr>
    <a:masterClrMapping/>
  </p:clrMapOvr>
</p:sld>
</file>

<file path=ppt/theme/theme1.xml><?xml version="1.0" encoding="utf-8"?>
<a:theme xmlns:a="http://schemas.openxmlformats.org/drawingml/2006/main" name="Offic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a:gradFill>
      </a:fillStyleLst>
      <a:lnStyleLst>
        <a:ln w="6350" cap="flat">
          <a:solidFill>
            <a:schemeClr val="phClr"/>
          </a:solidFill>
          <a:prstDash val="solid"/>
          <a:miter/>
          <a:headEnd type="none"/>
          <a:tailEnd type="none"/>
        </a:ln>
        <a:ln w="12700" cap="flat">
          <a:solidFill>
            <a:schemeClr val="phClr"/>
          </a:solidFill>
          <a:prstDash val="solid"/>
          <a:miter/>
          <a:headEnd type="none"/>
          <a:tailEnd type="none"/>
        </a:ln>
        <a:ln w="19050" cap="flat">
          <a:solidFill>
            <a:schemeClr val="phClr"/>
          </a:solidFill>
          <a:prstDash val="solid"/>
          <a:miter/>
          <a:headEnd type="none"/>
          <a:tailEnd type="none"/>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a:gradFill>
      </a:bgFillStyleLst>
    </a:fmtScheme>
  </a:themeElements>
</a:theme>
</file>

<file path=ppt/theme/theme2.xml><?xml version="1.0" encoding="utf-8"?>
<a:theme xmlns:a="http://schemas.openxmlformats.org/drawingml/2006/main" name="Currency Symbols">
  <a:themeElements>
    <a:clrScheme name="Currency Symbols">
      <a:dk1>
        <a:srgbClr val="303030"/>
      </a:dk1>
      <a:lt1>
        <a:srgbClr val="FFFFFF"/>
      </a:lt1>
      <a:dk2>
        <a:srgbClr val="000000"/>
      </a:dk2>
      <a:lt2>
        <a:srgbClr val="E8DEC9"/>
      </a:lt2>
      <a:accent1>
        <a:srgbClr val="F7C547"/>
      </a:accent1>
      <a:accent2>
        <a:srgbClr val="AB3C33"/>
      </a:accent2>
      <a:accent3>
        <a:srgbClr val="506084"/>
      </a:accent3>
      <a:accent4>
        <a:srgbClr val="599EA5"/>
      </a:accent4>
      <a:accent5>
        <a:srgbClr val="758F21"/>
      </a:accent5>
      <a:accent6>
        <a:srgbClr val="894A27"/>
      </a:accent6>
      <a:hlink>
        <a:srgbClr val="506084"/>
      </a:hlink>
      <a:folHlink>
        <a:srgbClr val="828282"/>
      </a:folHlink>
    </a:clrScheme>
    <a:fontScheme name="Currency Symbols">
      <a:majorFont>
        <a:latin typeface="Cambria"/>
        <a:ea typeface=""/>
        <a:cs typeface=""/>
        <a:font script="Jpan" typeface="ＭＳ 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mbria"/>
        <a:ea typeface=""/>
        <a:cs typeface=""/>
        <a:font script="Jpan" typeface="ＭＳ 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ffice">
      <a:fillStyleLst>
        <a:solidFill>
          <a:schemeClr val="phClr"/>
        </a:solidFill>
        <a:gradFill rotWithShape="1">
          <a:gsLst>
            <a:gs pos="0">
              <a:schemeClr val="phClr">
                <a:lumMod val="157000"/>
                <a:satMod val="101000"/>
              </a:schemeClr>
            </a:gs>
            <a:gs pos="50000">
              <a:schemeClr val="phClr">
                <a:lumMod val="137000"/>
                <a:satMod val="103000"/>
              </a:schemeClr>
            </a:gs>
            <a:gs pos="100000">
              <a:schemeClr val="phClr">
                <a:lumMod val="115000"/>
                <a:satMod val="109000"/>
              </a:schemeClr>
            </a:gs>
          </a:gsLst>
          <a:lin ang="5400000"/>
        </a:gradFill>
        <a:gradFill rotWithShape="1">
          <a:gsLst>
            <a:gs pos="0">
              <a:schemeClr val="phClr">
                <a:satMod val="103000"/>
                <a:lumMod val="118000"/>
              </a:schemeClr>
            </a:gs>
            <a:gs pos="50000">
              <a:schemeClr val="phClr">
                <a:satMod val="89000"/>
                <a:lumMod val="91000"/>
              </a:schemeClr>
            </a:gs>
            <a:gs pos="100000">
              <a:schemeClr val="phClr">
                <a:lumMod val="69000"/>
              </a:schemeClr>
            </a:gs>
          </a:gsLst>
          <a:lin ang="5400000"/>
        </a:gradFill>
      </a:fillStyleLst>
      <a:lnStyleLst>
        <a:ln w="6350" cap="flat">
          <a:solidFill>
            <a:schemeClr val="phClr"/>
          </a:solidFill>
          <a:prstDash val="solid"/>
          <a:headEnd type="none"/>
          <a:tailEnd type="none"/>
        </a:ln>
        <a:ln w="12700" cap="flat">
          <a:solidFill>
            <a:schemeClr val="phClr"/>
          </a:solidFill>
          <a:prstDash val="solid"/>
          <a:headEnd type="none"/>
          <a:tailEnd type="none"/>
        </a:ln>
        <a:ln w="19050" cap="flat">
          <a:solidFill>
            <a:schemeClr val="phClr"/>
          </a:solidFill>
          <a:prstDash val="solid"/>
          <a:headEnd type="none"/>
          <a:tailEnd type="none"/>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a:gradFill>
      </a:bgFillStyleLst>
    </a:fmtScheme>
  </a:themeElements>
</a:theme>
</file>

<file path=ppt/theme/theme3.xml><?xml version="1.0" encoding="utf-8"?>
<a:theme xmlns:a="http://schemas.openxmlformats.org/drawingml/2006/main" name="Currency Symbols">
  <a:themeElements>
    <a:clrScheme name="Currency Symbols">
      <a:dk1>
        <a:srgbClr val="303030"/>
      </a:dk1>
      <a:lt1>
        <a:srgbClr val="FFFFFF"/>
      </a:lt1>
      <a:dk2>
        <a:srgbClr val="000000"/>
      </a:dk2>
      <a:lt2>
        <a:srgbClr val="E8DEC9"/>
      </a:lt2>
      <a:accent1>
        <a:srgbClr val="F7C547"/>
      </a:accent1>
      <a:accent2>
        <a:srgbClr val="AB3C33"/>
      </a:accent2>
      <a:accent3>
        <a:srgbClr val="506084"/>
      </a:accent3>
      <a:accent4>
        <a:srgbClr val="599EA5"/>
      </a:accent4>
      <a:accent5>
        <a:srgbClr val="758F21"/>
      </a:accent5>
      <a:accent6>
        <a:srgbClr val="894A27"/>
      </a:accent6>
      <a:hlink>
        <a:srgbClr val="506084"/>
      </a:hlink>
      <a:folHlink>
        <a:srgbClr val="828282"/>
      </a:folHlink>
    </a:clrScheme>
    <a:fontScheme name="Currency Symbols">
      <a:majorFont>
        <a:latin typeface="Cambria"/>
        <a:ea typeface=""/>
        <a:cs typeface=""/>
        <a:font script="Jpan" typeface="ＭＳ 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mbria"/>
        <a:ea typeface=""/>
        <a:cs typeface=""/>
        <a:font script="Jpan" typeface="ＭＳ 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ffice">
      <a:fillStyleLst>
        <a:solidFill>
          <a:schemeClr val="phClr"/>
        </a:solidFill>
        <a:gradFill rotWithShape="1">
          <a:gsLst>
            <a:gs pos="0">
              <a:schemeClr val="phClr">
                <a:lumMod val="157000"/>
                <a:satMod val="101000"/>
              </a:schemeClr>
            </a:gs>
            <a:gs pos="50000">
              <a:schemeClr val="phClr">
                <a:lumMod val="137000"/>
                <a:satMod val="103000"/>
              </a:schemeClr>
            </a:gs>
            <a:gs pos="100000">
              <a:schemeClr val="phClr">
                <a:lumMod val="115000"/>
                <a:satMod val="109000"/>
              </a:schemeClr>
            </a:gs>
          </a:gsLst>
          <a:lin ang="5400000"/>
        </a:gradFill>
        <a:gradFill rotWithShape="1">
          <a:gsLst>
            <a:gs pos="0">
              <a:schemeClr val="phClr">
                <a:satMod val="103000"/>
                <a:lumMod val="118000"/>
              </a:schemeClr>
            </a:gs>
            <a:gs pos="50000">
              <a:schemeClr val="phClr">
                <a:satMod val="89000"/>
                <a:lumMod val="91000"/>
              </a:schemeClr>
            </a:gs>
            <a:gs pos="100000">
              <a:schemeClr val="phClr">
                <a:lumMod val="69000"/>
              </a:schemeClr>
            </a:gs>
          </a:gsLst>
          <a:lin ang="5400000"/>
        </a:gradFill>
      </a:fillStyleLst>
      <a:lnStyleLst>
        <a:ln w="6350" cap="flat">
          <a:solidFill>
            <a:schemeClr val="phClr"/>
          </a:solidFill>
          <a:prstDash val="solid"/>
          <a:headEnd type="none"/>
          <a:tailEnd type="none"/>
        </a:ln>
        <a:ln w="12700" cap="flat">
          <a:solidFill>
            <a:schemeClr val="phClr"/>
          </a:solidFill>
          <a:prstDash val="solid"/>
          <a:headEnd type="none"/>
          <a:tailEnd type="none"/>
        </a:ln>
        <a:ln w="19050" cap="flat">
          <a:solidFill>
            <a:schemeClr val="phClr"/>
          </a:solidFill>
          <a:prstDash val="solid"/>
          <a:headEnd type="none"/>
          <a:tailEnd type="none"/>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a:gradFill>
      </a:bgFillStyleLst>
    </a:fmtScheme>
  </a:themeElements>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item1.xml><?xml version="1.0" encoding="utf-8"?>
<?mso-contentType ?>
<FormTemplates xmlns="http://schemas.microsoft.com/sharepoint/v3/contenttype/forms">
  <Display>DocumentLibraryForm</Display>
  <Edit>AssetEditForm</Edit>
  <New>DocumentLibraryForm</New>
</FormTemplates>
</file>

<file path=customXml/itemProps1.xml><?xml version="1.0" encoding="utf-8"?>
<ds:datastoreItem xmlns:ds="http://schemas.openxmlformats.org/officeDocument/2006/customXml" ds:itemID="{59CF527E-FFB0-4DB9-A7A4-39065878EDA6}">
  <ds:schemaRefs>
    <ds:schemaRef ds:uri="http://schemas.microsoft.com/sharepoint/v3/contenttype/forms"/>
  </ds:schemaRefs>
</ds:datastoreItem>
</file>

<file path=docProps/app.xml><?xml version="1.0" encoding="utf-8"?>
<Properties xmlns="http://schemas.openxmlformats.org/officeDocument/2006/extended-properties">
  <Application>Microsoft Office PowerPoint</Application>
  <Characters>0</Characters>
  <Lines>0</Lines>
  <MMClips>0</MMClips>
  <Notes>0</Notes>
  <Pages>0</Pages>
  <Paragraphs>101</Paragraphs>
  <PresentationFormat>Custom</PresentationFormat>
  <HiddenSlides>0</HiddenSlides>
  <LinksUpToDate>false</LinksUpToDate>
  <ScaleCrop>false</ScaleCrop>
  <Slides>3</Slides>
  <TotalTime>12</TotalTime>
  <Words>316</Words>
  <AppVersion>16.0000</AppVersion>
</Properties>
</file>

<file path=docProps/core.xml><?xml version="1.0" encoding="utf-8"?>
<cp:coreProperties xmlns:dc="http://purl.org/dc/elements/1.1/" xmlns:dcterms="http://purl.org/dc/terms/" xmlns:dcmitype="http://purl.org/dc/dcmitype/" xmlns:xsi="http://www.w3.org/2001/XMLSchema-instance" xmlns:cp="http://schemas.openxmlformats.org/package/2006/metadata/core-properties">
  <dc:creator/>
  <cp:lastModifiedBy>Karan Nagarathinam</cp:lastModifiedBy>
  <dcterms:created xsi:type="dcterms:W3CDTF">2015-02-26T11:44:22Z</dcterms:created>
  <dcterms:modified xsi:type="dcterms:W3CDTF">2026-03-02T05:44:22Z</dcterms:modified>
  <cp:revision>8</cp:revision>
  <cp:version/>
  <dc:title> Essential Presentation</dc:title>
</cp:coreProperties>
</file>

<file path=docProps/custom.xml><?xml version="1.0" encoding="utf-8"?>
<Properties xmlns:vt="http://schemas.openxmlformats.org/officeDocument/2006/docPropsVTypes" xmlns="http://schemas.openxmlformats.org/officeDocument/2006/custom-properties">
  <property fmtid="{D5CDD505-2E9C-101B-9397-08002B2CF9AE}" pid="2" name="_TemplateID">
    <vt:lpstr>TC028952629991</vt:lpstr>
  </property>
  <property fmtid="{D5CDD505-2E9C-101B-9397-08002B2CF9AE}" pid="3" name="PropertyA">
    <vt:lpstr>@!123</vt:lpstr>
  </property>
  <property fmtid="{D5CDD505-2E9C-101B-9397-08002B2CF9AE}" pid="4" name="PropertyB">
    <vt:lpstr>B</vt:lpstr>
  </property>
</Properties>
</file>