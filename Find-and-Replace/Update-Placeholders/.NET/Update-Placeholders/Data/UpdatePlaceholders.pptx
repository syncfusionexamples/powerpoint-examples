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2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Online Image Placeholder 8" descr="{{ProductImage}}">
            <a:extLst>
              <a:ext uri="{FF2B5EF4-FFF2-40B4-BE49-F238E27FC236}">
                <a16:creationId xmlns:a16="http://schemas.microsoft.com/office/drawing/2014/main" id="{21B86EDC-A285-6A05-03BF-D23EBB273512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096000" y="544513"/>
            <a:ext cx="3178175" cy="14081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8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 descr="{{ProductImage}}">
            <a:extLst>
              <a:ext uri="{FF2B5EF4-FFF2-40B4-BE49-F238E27FC236}">
                <a16:creationId xmlns:a16="http://schemas.microsoft.com/office/drawing/2014/main" id="{AE8836AA-315A-A53C-FBF2-D290E45338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75782" y="683419"/>
            <a:ext cx="2429762" cy="24939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1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51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5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49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8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5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0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88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5029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50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9307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07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93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97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D5BCF-F2AC-4A5C-82CD-CC74A80947A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1A92363-9BD1-4946-A6CE-9E458764D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05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35D3-28F5-CE2F-4BE3-35B950F5E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622214"/>
            <a:ext cx="7766936" cy="1646302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Onboarding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B9E93-6DBD-D0CF-BF36-F58B4C57D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815080"/>
            <a:ext cx="7766936" cy="1518920"/>
          </a:xfrm>
        </p:spPr>
        <p:txBody>
          <a:bodyPr>
            <a:noAutofit/>
          </a:bodyPr>
          <a:lstStyle/>
          <a:p>
            <a:pPr algn="l" fontAlgn="base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for {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CustomerName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algn="l" fontAlgn="base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proposal is tailored for {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CustomerName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and outlines a structured, scalable approach to successfully onboard teams, drive platform adoption, and accelerate time‑to‑value across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2990339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7155-8C29-16C0-44B6-7B97AB80B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Pricing Overview​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AFFC7-DC50-5A45-05CC-4B14507A9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Commercials for {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CustomerName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}:</a:t>
            </a:r>
          </a:p>
          <a:p>
            <a:pPr fontAlgn="base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Investment: {Price}</a:t>
            </a:r>
          </a:p>
          <a:p>
            <a:pPr fontAlgn="base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Pricing Scope: Comprehensive enterprise onboarding and enablement services</a:t>
            </a:r>
          </a:p>
          <a:p>
            <a:pPr marL="0" indent="0" fontAlgn="base">
              <a:buNone/>
            </a:pPr>
            <a:r>
              <a:rPr lang="en-US" sz="2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Investment Summary:</a:t>
            </a:r>
          </a:p>
          <a:p>
            <a:pPr fontAlgn="base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proposed investment of {Price} delivers enterprise‑grade onboarding, designed to ensure rapid adoption, operational efficiency, and long‑term scalability—maximizing return on investment from day one.</a:t>
            </a:r>
          </a:p>
          <a:p>
            <a:pPr fontAlgn="base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/>
          </a:p>
        </p:txBody>
      </p:sp>
      <p:sp>
        <p:nvSpPr>
          <p:cNvPr id="4" name="Picture Placeholder 3" descr="{ProfileImage}">
            <a:extLst>
              <a:ext uri="{FF2B5EF4-FFF2-40B4-BE49-F238E27FC236}">
                <a16:creationId xmlns:a16="http://schemas.microsoft.com/office/drawing/2014/main" id="{81A8CE31-C2C4-47B6-ED7E-3A7F327E68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96102" y="378619"/>
            <a:ext cx="2429762" cy="24939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2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29906-0D68-7C93-0643-67FB211C8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 Summary​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7C9F0-5C88-10E8-00BE-B69B21D0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029"/>
            <a:ext cx="8596668" cy="3880773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{</a:t>
            </a: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CustomerName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chooses us:​</a:t>
            </a:r>
          </a:p>
          <a:p>
            <a:pPr fontAlgn="base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Accelerated Time‑to‑Value</a:t>
            </a:r>
          </a:p>
          <a:p>
            <a:pPr fontAlgn="base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onboarding framework ensures faster go‑live and immediate productivity.</a:t>
            </a:r>
          </a:p>
          <a:p>
            <a:pPr fontAlgn="base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Adoption &amp; Engagement</a:t>
            </a:r>
          </a:p>
          <a:p>
            <a:pPr fontAlgn="base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Guided enablement programs drive consistent usage across teams.</a:t>
            </a:r>
          </a:p>
          <a:p>
            <a:pPr fontAlgn="base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with security, scalability, and dedicated support to meet enterprise standards.</a:t>
            </a:r>
          </a:p>
        </p:txBody>
      </p:sp>
    </p:spTree>
    <p:extLst>
      <p:ext uri="{BB962C8B-B14F-4D97-AF65-F5344CB8AC3E}">
        <p14:creationId xmlns:p14="http://schemas.microsoft.com/office/powerpoint/2010/main" val="39499417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</TotalTime>
  <Words>162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Trebuchet MS</vt:lpstr>
      <vt:lpstr>Wingdings 3</vt:lpstr>
      <vt:lpstr>Facet</vt:lpstr>
      <vt:lpstr>Enterprise Onboarding Proposal</vt:lpstr>
      <vt:lpstr>Pricing Overview​</vt:lpstr>
      <vt:lpstr>Value Summary​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Dharanitharan Ayyasamy</dc:creator>
  <cp:lastModifiedBy>Sivakumar Alagusundharam</cp:lastModifiedBy>
  <cp:revision>10</cp:revision>
  <dcterms:created xsi:type="dcterms:W3CDTF">2026-04-30T10:21:22Z</dcterms:created>
  <dcterms:modified xsi:type="dcterms:W3CDTF">2026-05-05T17:02:26Z</dcterms:modified>
</cp:coreProperties>
</file>