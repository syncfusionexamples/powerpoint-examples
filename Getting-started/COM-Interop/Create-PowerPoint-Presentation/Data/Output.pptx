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2192000" cy="68580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viewProps" Target="viewProps.xml" /><Relationship Id="rId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" Type="http://schemas.openxmlformats.org/officeDocument/2006/relationships/tableStyles" Target="tableStyles.xml" /><Relationship Id="rId4" Type="http://schemas.openxmlformats.org/officeDocument/2006/relationships/theme" Target="theme/theme1.xml" /><Relationship Id="rId6" Type="http://schemas.openxmlformats.org/officeDocument/2006/relationships/slide" Target="slides/slide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/ppt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7/8/2015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1E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/>
              <a:t>Company History</a:t>
            </a:r>
          </a:p>
        </p:txBody>
      </p:sp>
      <p:sp>
        <p:nvSpPr>
          <p:cNvPr id="3" name="TextBox3"/>
          <p:cNvSpPr txBox="1">
            <a:spLocks noChangeArrowheads="1"/>
          </p:cNvSpPr>
          <p:nvPr/>
        </p:nvSpPr>
        <p:spPr>
          <a:xfrm rot="0">
            <a:off x="675894" y="1799971"/>
            <a:ext cx="11102213" cy="98679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/>
              <a:t>IMN Solutions PVT LTD is the software company, established in 1987, by George Milton. The company has been listed as the trusted partner for many high-profile organizations since 1988 and got awards for quality products from reputed organizations.</a:t>
            </a:r>
          </a:p>
        </p:txBody>
      </p:sp>
      <p:sp>
        <p:nvSpPr>
          <p:cNvPr id="4" name="TextBox4"/>
          <p:cNvSpPr txBox="1">
            <a:spLocks noChangeArrowheads="1"/>
          </p:cNvSpPr>
          <p:nvPr/>
        </p:nvSpPr>
        <p:spPr>
          <a:xfrm rot="0">
            <a:off x="675894" y="3429000"/>
            <a:ext cx="5561330" cy="147726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marL="444500" indent="-444500" defTabSz="914400">
              <a:buChar char="•"/>
            </a:pPr>
            <a:r>
              <a:rPr/>
              <a:t>The company acquired the MCY corporation for 20 billion dollars and became the top revenue maker for the year 2015.</a:t>
            </a:r>
          </a:p>
          <a:p>
            <a:pPr marL="444500" indent="-444500" defTabSz="914400">
              <a:buChar char="•"/>
            </a:pPr>
            <a:r>
              <a:rPr/>
              <a:t>The company is participating in top open source projects in automation industry.</a:t>
            </a:r>
          </a:p>
        </p:txBody>
      </p:sp>
      <p:sp>
        <p:nvSpPr>
          <p:cNvPr id="5" name="Explosion15"/>
          <p:cNvSpPr>
            <a:spLocks/>
          </p:cNvSpPr>
          <p:nvPr/>
        </p:nvSpPr>
        <p:spPr>
          <a:xfrm rot="0">
            <a:off x="621411" y="5470017"/>
            <a:ext cx="1322451" cy="1022858"/>
          </a:xfrm>
          <a:prstGeom prst="irregularSeal1">
            <a:avLst/>
          </a:prstGeom>
          <a:noFill/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 defTabSz="914400"/>
            <a:r>
              <a:rPr/>
              <a:t>IMN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Essential Presentation</Application>
  <Characters>0</Characters>
  <Lines>0</Lines>
  <MMClips>0</MMClips>
  <Notes>0</Notes>
  <Pages>0</Pages>
  <Paragraphs>0</Paragraphs>
  <HiddenSlides>0</HiddenSlides>
  <LinksUpToDate>false</LinksUpToDate>
  <ScaleCrop>false</ScaleCrop>
  <Slides>0</Slides>
  <TotalTime>0</TotalTime>
  <Words>0</Words>
  <AppVersion>12.0000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terms:modified xsi:type="dcterms:W3CDTF">2026-04-21T04:58:32Z</dcterms:modified>
</cp:coreProperties>
</file>