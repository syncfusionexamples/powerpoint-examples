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SyncfusionLicense"/>
          <p:cNvSpPr txBox="1">
            <a:spLocks noChangeArrowheads="1"/>
          </p:cNvSpPr>
          <p:nvPr/>
        </p:nvSpPr>
        <p:spPr>
          <a:xfrm rot="19980000">
            <a:off x="3206750" y="3111500"/>
            <a:ext cx="57785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wrap="square">
            <a:spAutoFit/>
          </a:bodyPr>
          <a:lstStyle/>
          <a:p>
            <a:pPr algn="ctr" defTabSz="914400">
              <a:defRPr sz="1800" dirty="0">
                <a:solidFill>
                  <a:srgbClr val="FF0000"/>
                </a:solidFill>
              </a:defRPr>
            </a:pPr>
            <a:r>
              <a:rPr/>
              <a:t>Created with a trial version of Syncfusion PowerPoint library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www.syncfusion.com/account/claim-license-key?pl=cG93ZXJwb2ludA==&amp;vs=MzIuMi43" TargetMode="External" /><Relationship Id="rId3" Type="http://schemas.openxmlformats.org/officeDocument/2006/relationships/image" Target="../media/image1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E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>
          <a:xfrm rot="0">
            <a:off x="675894" y="1799971"/>
            <a:ext cx="11102213" cy="98679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/>
              <a:t>IMN Solutions PVT LTD is the software company, established in 1987, by George Milton. The company has been listed as the trusted partner for many high-profile organizations since 1988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>
          <a:xfrm rot="0"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Char char="•"/>
            </a:pPr>
            <a:r>
              <a:rPr/>
              <a:t>The company acquired the MCY corporation for 20 billion dollars and became the top revenue maker for the year 2015.</a:t>
            </a:r>
          </a:p>
          <a:p>
            <a:pPr marL="444500" indent="-444500" defTabSz="914400">
              <a:buChar char="•"/>
            </a:pPr>
            <a:r>
              <a:rPr/>
              <a:t>The company is participating in top open source projects in automation industry.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>
          <a:xfrm rot="0">
            <a:off x="6347333" y="3030093"/>
            <a:ext cx="4629658" cy="24404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Explosion16"/>
          <p:cNvSpPr>
            <a:spLocks/>
          </p:cNvSpPr>
          <p:nvPr/>
        </p:nvSpPr>
        <p:spPr>
          <a:xfrm rot="0"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rPr/>
              <a:t>IMN</a:t>
            </a:r>
          </a:p>
        </p:txBody>
      </p:sp>
      <p:sp>
        <p:nvSpPr>
          <p:cNvPr id="7" name="SyncfusionLicense"/>
          <p:cNvSpPr txBox="1">
            <a:spLocks noChangeArrowheads="1"/>
          </p:cNvSpPr>
          <p:nvPr/>
        </p:nvSpPr>
        <p:spPr>
          <a:xfrm rot="0">
            <a:off x="0" y="5715000"/>
            <a:ext cx="12192000" cy="1143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txBody>
          <a:bodyPr anchor="ctr" wrap="square">
            <a:spAutoFit/>
          </a:bodyPr>
          <a:lstStyle/>
          <a:p>
            <a:pPr algn="ctr" defTabSz="914400">
              <a:defRPr sz="1800" dirty="0">
                <a:solidFill>
                  <a:srgbClr val="FF0000"/>
                </a:solidFill>
              </a:defRPr>
            </a:pPr>
            <a:r>
              <a:rPr/>
              <a:t>Created with a trial version of Syncfusion PowerPoint library or registered the wrong key in your application. Click </a:t>
            </a:r>
            <a:r>
              <a:rPr dirty="0">
                <a:solidFill>
                  <a:srgbClr val="0000FF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/>
              <a:t> to obtain the valid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2026-03-02T11:33:33Z</dcterms:modified>
</cp:coreProperties>
</file>