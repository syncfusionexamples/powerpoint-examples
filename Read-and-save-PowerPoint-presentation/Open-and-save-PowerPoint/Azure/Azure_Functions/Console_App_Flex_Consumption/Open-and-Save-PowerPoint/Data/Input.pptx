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8" r:id="rId2"/>
  </p:sldMasterIdLst>
  <p:notesMasterIdLst>
    <p:notesMasterId r:id="rId6"/>
  </p:notesMasterIdLst>
  <p:handoutMasterIdLst>
    <p:handoutMasterId r:id="rId7"/>
  </p:handoutMasterIdLst>
  <p:sldIdLst>
    <p:sldId id="256" r:id="rId3"/>
    <p:sldId id="257" r:id="rId4"/>
    <p:sldId id="261" r:id="rId5"/>
  </p:sldIdLst>
  <p:sldSz cx="12188825" cy="6858000"/>
  <p:notesSz cx="6858000" cy="9144000"/>
  <p:defaultTextStyle>
    <a:defPPr defTabSz="914400">
      <a:defRPr lang="en-US" dirty="0"/>
    </a:defPPr>
    <a:lvl1pPr marL="0" algn="l" defTabSz="914400" rtl="0">
      <a:defRPr sz="1800" kern="1200" dirty="0">
        <a:solidFill>
          <a:schemeClr val="tx1"/>
        </a:solidFill>
        <a:latin typeface="+mn-lt"/>
        <a:ea typeface="+mn-ea"/>
        <a:cs typeface="+mn-cs"/>
      </a:defRPr>
    </a:lvl1pPr>
    <a:lvl2pPr marL="457200" algn="l" defTabSz="914400" rtl="0">
      <a:defRPr sz="1800" kern="1200" dirty="0">
        <a:solidFill>
          <a:schemeClr val="tx1"/>
        </a:solidFill>
        <a:latin typeface="+mn-lt"/>
        <a:ea typeface="+mn-ea"/>
        <a:cs typeface="+mn-cs"/>
      </a:defRPr>
    </a:lvl2pPr>
    <a:lvl3pPr marL="914400" algn="l" defTabSz="914400" rtl="0">
      <a:defRPr sz="1800" kern="1200" dirty="0">
        <a:solidFill>
          <a:schemeClr val="tx1"/>
        </a:solidFill>
        <a:latin typeface="+mn-lt"/>
        <a:ea typeface="+mn-ea"/>
        <a:cs typeface="+mn-cs"/>
      </a:defRPr>
    </a:lvl3pPr>
    <a:lvl4pPr marL="1371600" algn="l" defTabSz="914400" rtl="0">
      <a:defRPr sz="1800" kern="1200" dirty="0">
        <a:solidFill>
          <a:schemeClr val="tx1"/>
        </a:solidFill>
        <a:latin typeface="+mn-lt"/>
        <a:ea typeface="+mn-ea"/>
        <a:cs typeface="+mn-cs"/>
      </a:defRPr>
    </a:lvl4pPr>
    <a:lvl5pPr marL="1828800" algn="l" defTabSz="914400" rtl="0">
      <a:defRPr sz="1800" kern="1200" dirty="0">
        <a:solidFill>
          <a:schemeClr val="tx1"/>
        </a:solidFill>
        <a:latin typeface="+mn-lt"/>
        <a:ea typeface="+mn-ea"/>
        <a:cs typeface="+mn-cs"/>
      </a:defRPr>
    </a:lvl5pPr>
    <a:lvl6pPr marL="2286000" algn="l" defTabSz="914400" rtl="0">
      <a:defRPr sz="1800" kern="1200" dirty="0">
        <a:solidFill>
          <a:schemeClr val="tx1"/>
        </a:solidFill>
        <a:latin typeface="+mn-lt"/>
        <a:ea typeface="+mn-ea"/>
        <a:cs typeface="+mn-cs"/>
      </a:defRPr>
    </a:lvl6pPr>
    <a:lvl7pPr marL="2743200" algn="l" defTabSz="914400" rtl="0">
      <a:defRPr sz="1800" kern="1200" dirty="0">
        <a:solidFill>
          <a:schemeClr val="tx1"/>
        </a:solidFill>
        <a:latin typeface="+mn-lt"/>
        <a:ea typeface="+mn-ea"/>
        <a:cs typeface="+mn-cs"/>
      </a:defRPr>
    </a:lvl7pPr>
    <a:lvl8pPr marL="3200400" algn="l" defTabSz="914400" rtl="0">
      <a:defRPr sz="1800" kern="1200" dirty="0">
        <a:solidFill>
          <a:schemeClr val="tx1"/>
        </a:solidFill>
        <a:latin typeface="+mn-lt"/>
        <a:ea typeface="+mn-ea"/>
        <a:cs typeface="+mn-cs"/>
      </a:defRPr>
    </a:lvl8pPr>
    <a:lvl9pPr marL="3657600" algn="l" defTabSz="914400" rtl="0">
      <a:defRPr sz="1800" kern="1200" dirty="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4030">
          <p15:clr>
            <a:srgbClr val="A4A3A4"/>
          </p15:clr>
        </p15:guide>
        <p15:guide id="3" orient="horz" pos="1152">
          <p15:clr>
            <a:srgbClr val="A4A3A4"/>
          </p15:clr>
        </p15:guide>
        <p15:guide id="4" orient="horz" pos="1018">
          <p15:clr>
            <a:srgbClr val="A4A3A4"/>
          </p15:clr>
        </p15:guide>
        <p15:guide id="5" orient="horz" pos="3886">
          <p15:clr>
            <a:srgbClr val="A4A3A4"/>
          </p15:clr>
        </p15:guide>
        <p15:guide id="6" orient="horz" pos="2928">
          <p15:clr>
            <a:srgbClr val="A4A3A4"/>
          </p15:clr>
        </p15:guide>
        <p15:guide id="7" orient="horz" pos="3072">
          <p15:clr>
            <a:srgbClr val="A4A3A4"/>
          </p15:clr>
        </p15:guide>
        <p15:guide id="8" orient="horz" pos="407">
          <p15:clr>
            <a:srgbClr val="A4A3A4"/>
          </p15:clr>
        </p15:guide>
        <p15:guide id="9" pos="3839">
          <p15:clr>
            <a:srgbClr val="A4A3A4"/>
          </p15:clr>
        </p15:guide>
        <p15:guide id="10" pos="959">
          <p15:clr>
            <a:srgbClr val="A4A3A4"/>
          </p15:clr>
        </p15:guide>
        <p15:guide id="11" pos="7151">
          <p15:clr>
            <a:srgbClr val="A4A3A4"/>
          </p15:clr>
        </p15:guide>
        <p15:guide id="12" pos="671">
          <p15:clr>
            <a:srgbClr val="A4A3A4"/>
          </p15:clr>
        </p15:guide>
        <p15:guide id="13" pos="4991">
          <p15:clr>
            <a:srgbClr val="A4A3A4"/>
          </p15:clr>
        </p15:guide>
        <p15:guide id="14" pos="700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5F2C"/>
    <a:srgbClr val="8086FC"/>
    <a:srgbClr val="828282"/>
    <a:srgbClr val="6E90FE"/>
    <a:srgbClr val="6D6DFB"/>
    <a:srgbClr val="4E78F0"/>
    <a:srgbClr val="F0932C"/>
    <a:srgbClr val="92C610"/>
    <a:srgbClr val="9FD812"/>
    <a:srgbClr val="0ABE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p:restoredTop sz="94629"/>
  </p:normalViewPr>
  <p:slideViewPr>
    <p:cSldViewPr showGuides="1">
      <p:cViewPr varScale="1">
        <p:scale>
          <a:sx n="82" d="100"/>
          <a:sy n="82" d="100"/>
        </p:scale>
        <p:origin x="720" y="72"/>
      </p:cViewPr>
      <p:guideLst>
        <p:guide orient="horz" pos="2160"/>
        <p:guide orient="horz" pos="4030"/>
        <p:guide orient="horz" pos="1152"/>
        <p:guide orient="horz" pos="1018"/>
        <p:guide orient="horz" pos="3886"/>
        <p:guide orient="horz" pos="2928"/>
        <p:guide orient="horz" pos="3072"/>
        <p:guide orient="horz" pos="407"/>
        <p:guide pos="3839"/>
        <p:guide pos="959"/>
        <p:guide pos="7151"/>
        <p:guide pos="671"/>
        <p:guide pos="4991"/>
        <p:guide pos="7007"/>
      </p:guideLst>
    </p:cSldViewPr>
  </p:slideViewPr>
  <p:outlineViewPr>
    <p:cViewPr>
      <p:scale>
        <a:sx n="33" d="100"/>
        <a:sy n="33" d="100"/>
      </p:scale>
      <p:origin x="0" y="0"/>
    </p:cViewPr>
  </p:outlineViewPr>
  <p:notesTextViewPr>
    <p:cViewPr>
      <p:scale>
        <a:sx n="1" d="1"/>
        <a:sy n="1" d="1"/>
      </p:scale>
      <p:origin x="0" y="0"/>
    </p:cViewPr>
  </p:notesTextViewPr>
  <p:notesViewPr>
    <p:cSldViewPr showGuides="1">
      <p:cViewPr varScale="1">
        <p:scale>
          <a:sx n="66" d="100"/>
          <a:sy n="66" d="100"/>
        </p:scale>
        <p:origin x="2850"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handoutMaster" Target="handoutMasters/handoutMaster1.xml"/><Relationship Id="rId2" Type="http://schemas.openxmlformats.org/officeDocument/2006/relationships/slideMaster" Target="slideMasters/slideMaster1.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white">
          <a:xfrm>
            <a:off x="0" y="0"/>
            <a:ext cx="2971800" cy="458788"/>
          </a:xfrm>
          <a:prstGeom prst="rect">
            <a:avLst/>
          </a:prstGeom>
          <a:ln>
            <a:headEnd type="none"/>
            <a:tailEnd type="none"/>
          </a:ln>
        </p:spPr>
        <p:txBody>
          <a:bodyPr wrap="square" lIns="91440" tIns="45720" rIns="91440" bIns="45720"/>
          <a:lstStyle>
            <a:lvl1pPr algn="l">
              <a:defRPr sz="1200" dirty="0"/>
            </a:lvl1pPr>
          </a:lstStyle>
          <a:p>
            <a:endParaRPr lang="en-US" dirty="0"/>
          </a:p>
        </p:txBody>
      </p:sp>
      <p:sp>
        <p:nvSpPr>
          <p:cNvPr id="3" name="Date Placeholder 2"/>
          <p:cNvSpPr>
            <a:spLocks noGrp="1"/>
          </p:cNvSpPr>
          <p:nvPr>
            <p:ph type="dt" sz="quarter" idx="1"/>
          </p:nvPr>
        </p:nvSpPr>
        <p:spPr bwMode="white">
          <a:xfrm>
            <a:off x="3884613" y="0"/>
            <a:ext cx="2971800" cy="458788"/>
          </a:xfrm>
          <a:prstGeom prst="rect">
            <a:avLst/>
          </a:prstGeom>
          <a:ln>
            <a:headEnd type="none"/>
            <a:tailEnd type="none"/>
          </a:ln>
        </p:spPr>
        <p:txBody>
          <a:bodyPr wrap="square" lIns="91440" tIns="45720" rIns="91440" bIns="45720"/>
          <a:lstStyle>
            <a:lvl1pPr algn="r">
              <a:defRPr sz="1200" dirty="0"/>
            </a:lvl1pPr>
          </a:lstStyle>
          <a:p>
            <a:fld id="{8669AFDC-7658-4951-B0FF-52DFF2A93C0A}" type="datetimeFigureOut">
              <a:rPr lang="en-US" dirty="0"/>
              <a:t>3/2/2026</a:t>
            </a:fld>
            <a:endParaRPr lang="en-US" dirty="0"/>
          </a:p>
        </p:txBody>
      </p:sp>
      <p:sp>
        <p:nvSpPr>
          <p:cNvPr id="4" name="Footer Placeholder 3"/>
          <p:cNvSpPr>
            <a:spLocks noGrp="1"/>
          </p:cNvSpPr>
          <p:nvPr>
            <p:ph type="ftr" sz="quarter" idx="2"/>
          </p:nvPr>
        </p:nvSpPr>
        <p:spPr bwMode="white">
          <a:xfrm>
            <a:off x="0" y="8685213"/>
            <a:ext cx="2971800" cy="458787"/>
          </a:xfrm>
          <a:prstGeom prst="rect">
            <a:avLst/>
          </a:prstGeom>
          <a:ln>
            <a:headEnd type="none"/>
            <a:tailEnd type="none"/>
          </a:ln>
        </p:spPr>
        <p:txBody>
          <a:bodyPr wrap="square" lIns="91440" tIns="45720" rIns="91440" bIns="45720" anchor="b"/>
          <a:lstStyle>
            <a:lvl1pPr algn="l">
              <a:defRPr sz="1200" dirty="0"/>
            </a:lvl1pPr>
          </a:lstStyle>
          <a:p>
            <a:endParaRPr lang="en-US" dirty="0"/>
          </a:p>
        </p:txBody>
      </p:sp>
      <p:sp>
        <p:nvSpPr>
          <p:cNvPr id="5" name="Slide Number Placeholder 4"/>
          <p:cNvSpPr>
            <a:spLocks noGrp="1"/>
          </p:cNvSpPr>
          <p:nvPr>
            <p:ph type="sldNum" sz="quarter" idx="3"/>
          </p:nvPr>
        </p:nvSpPr>
        <p:spPr bwMode="white">
          <a:xfrm>
            <a:off x="3884613" y="8685213"/>
            <a:ext cx="2971800" cy="458787"/>
          </a:xfrm>
          <a:prstGeom prst="rect">
            <a:avLst/>
          </a:prstGeom>
          <a:ln>
            <a:headEnd type="none"/>
            <a:tailEnd type="none"/>
          </a:ln>
        </p:spPr>
        <p:txBody>
          <a:bodyPr wrap="square" lIns="91440" tIns="45720" rIns="91440" bIns="45720" anchor="b"/>
          <a:lstStyle>
            <a:lvl1pPr algn="r">
              <a:defRPr sz="1200" dirty="0"/>
            </a:lvl1pPr>
          </a:lstStyle>
          <a:p>
            <a:fld id="{AF8ED99B-9732-49FC-9C16-B56FEB1B1092}" type="slidenum">
              <a:rPr lang="en-US" dirty="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white">
          <a:xfrm>
            <a:off x="0" y="0"/>
            <a:ext cx="2971800" cy="457200"/>
          </a:xfrm>
          <a:prstGeom prst="rect">
            <a:avLst/>
          </a:prstGeom>
          <a:ln>
            <a:headEnd type="none"/>
            <a:tailEnd type="none"/>
          </a:ln>
        </p:spPr>
        <p:txBody>
          <a:bodyPr wrap="square" lIns="91440" tIns="45720" rIns="91440" bIns="45720"/>
          <a:lstStyle>
            <a:lvl1pPr algn="l">
              <a:defRPr sz="1200" dirty="0"/>
            </a:lvl1pPr>
          </a:lstStyle>
          <a:p>
            <a:endParaRPr lang="en-US" dirty="0"/>
          </a:p>
        </p:txBody>
      </p:sp>
      <p:sp>
        <p:nvSpPr>
          <p:cNvPr id="3" name="Date Placeholder 2"/>
          <p:cNvSpPr>
            <a:spLocks noGrp="1"/>
          </p:cNvSpPr>
          <p:nvPr>
            <p:ph type="dt" idx="1"/>
          </p:nvPr>
        </p:nvSpPr>
        <p:spPr bwMode="white">
          <a:xfrm>
            <a:off x="3884613" y="0"/>
            <a:ext cx="2971800" cy="457200"/>
          </a:xfrm>
          <a:prstGeom prst="rect">
            <a:avLst/>
          </a:prstGeom>
          <a:ln>
            <a:headEnd type="none"/>
            <a:tailEnd type="none"/>
          </a:ln>
        </p:spPr>
        <p:txBody>
          <a:bodyPr wrap="square" lIns="91440" tIns="45720" rIns="91440" bIns="45720"/>
          <a:lstStyle>
            <a:lvl1pPr algn="r">
              <a:defRPr sz="1200" dirty="0"/>
            </a:lvl1pPr>
          </a:lstStyle>
          <a:p>
            <a:fld id="{3ABD2D7A-D230-4F91-BD59-0A39C2703BA8}" type="datetimeFigureOut">
              <a:rPr lang="en-US" dirty="0"/>
              <a:t>3/2/2026</a:t>
            </a:fld>
            <a:endParaRPr lang="en-US" dirty="0"/>
          </a:p>
        </p:txBody>
      </p:sp>
      <p:sp>
        <p:nvSpPr>
          <p:cNvPr id="4" name="Slide Image Placeholder 3"/>
          <p:cNvSpPr>
            <a:spLocks noGrp="1" noRot="1" noChangeAspect="1"/>
          </p:cNvSpPr>
          <p:nvPr>
            <p:ph type="sldImg" idx="2"/>
          </p:nvPr>
        </p:nvSpPr>
        <p:spPr bwMode="white">
          <a:xfrm>
            <a:off x="382588" y="685800"/>
            <a:ext cx="6092825" cy="3429000"/>
          </a:xfrm>
          <a:prstGeom prst="rect">
            <a:avLst/>
          </a:prstGeom>
          <a:noFill/>
          <a:ln w="12700">
            <a:solidFill>
              <a:srgbClr val="000000"/>
            </a:solidFill>
            <a:headEnd type="none"/>
            <a:tailEnd type="none"/>
          </a:ln>
        </p:spPr>
        <p:txBody>
          <a:bodyPr wrap="square" lIns="91440" tIns="45720" rIns="91440" bIns="45720" anchor="ctr"/>
          <a:lstStyle/>
          <a:p>
            <a:endParaRPr lang="en-US" dirty="0"/>
          </a:p>
        </p:txBody>
      </p:sp>
      <p:sp>
        <p:nvSpPr>
          <p:cNvPr id="5" name="Notes Placeholder 4"/>
          <p:cNvSpPr>
            <a:spLocks noGrp="1"/>
          </p:cNvSpPr>
          <p:nvPr>
            <p:ph type="body" sz="quarter" idx="3"/>
          </p:nvPr>
        </p:nvSpPr>
        <p:spPr bwMode="white">
          <a:xfrm>
            <a:off x="685800" y="4343400"/>
            <a:ext cx="5486400" cy="4114800"/>
          </a:xfrm>
          <a:prstGeom prst="rect">
            <a:avLst/>
          </a:prstGeom>
          <a:ln>
            <a:headEnd type="none"/>
            <a:tailEnd type="none"/>
          </a:ln>
        </p:spPr>
        <p:txBody>
          <a:bodyPr wrap="square" lIns="91440" tIns="45720" rIns="91440" bIns="45720"/>
          <a:lstStyle/>
          <a:p>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bwMode="white">
          <a:xfrm>
            <a:off x="0" y="8685213"/>
            <a:ext cx="2971800" cy="457200"/>
          </a:xfrm>
          <a:prstGeom prst="rect">
            <a:avLst/>
          </a:prstGeom>
          <a:ln>
            <a:headEnd type="none"/>
            <a:tailEnd type="none"/>
          </a:ln>
        </p:spPr>
        <p:txBody>
          <a:bodyPr wrap="square" lIns="91440" tIns="45720" rIns="91440" bIns="45720" anchor="b"/>
          <a:lstStyle>
            <a:lvl1pPr algn="l">
              <a:defRPr sz="1200" dirty="0"/>
            </a:lvl1pPr>
          </a:lstStyle>
          <a:p>
            <a:endParaRPr lang="en-US" dirty="0"/>
          </a:p>
        </p:txBody>
      </p:sp>
      <p:sp>
        <p:nvSpPr>
          <p:cNvPr id="7" name="Slide Number Placeholder 6"/>
          <p:cNvSpPr>
            <a:spLocks noGrp="1"/>
          </p:cNvSpPr>
          <p:nvPr>
            <p:ph type="sldNum" sz="quarter" idx="5"/>
          </p:nvPr>
        </p:nvSpPr>
        <p:spPr bwMode="white">
          <a:xfrm>
            <a:off x="3884613" y="8685213"/>
            <a:ext cx="2971800" cy="457200"/>
          </a:xfrm>
          <a:prstGeom prst="rect">
            <a:avLst/>
          </a:prstGeom>
          <a:ln>
            <a:headEnd type="none"/>
            <a:tailEnd type="none"/>
          </a:ln>
        </p:spPr>
        <p:txBody>
          <a:bodyPr wrap="square" lIns="91440" tIns="45720" rIns="91440" bIns="45720" anchor="b"/>
          <a:lstStyle>
            <a:lvl1pPr algn="r">
              <a:defRPr sz="1200" dirty="0"/>
            </a:lvl1pPr>
          </a:lstStyle>
          <a:p>
            <a:fld id="{F93199CD-3E1B-4AE6-990F-76F925F5EA9F}" type="slidenum">
              <a:rPr lang="en-US" dirty="0"/>
              <a:t>‹#›</a:t>
            </a:fld>
            <a:endParaRPr lang="en-US" dirty="0"/>
          </a:p>
        </p:txBody>
      </p:sp>
    </p:spTree>
  </p:cSld>
  <p:clrMap bg1="lt1" tx1="dk1" bg2="lt2" tx2="dk2" accent1="accent1" accent2="accent2" accent3="accent3" accent4="accent4" accent5="accent5" accent6="accent6" hlink="hlink" folHlink="folHlink"/>
  <p:notesStyle>
    <a:lvl1pPr marL="0" algn="l" defTabSz="914400" rtl="0">
      <a:defRPr sz="1200" kern="1200" dirty="0">
        <a:solidFill>
          <a:schemeClr val="dk1"/>
        </a:solidFill>
        <a:latin typeface="+mn-lt"/>
        <a:ea typeface="+mn-ea"/>
        <a:cs typeface="+mn-cs"/>
      </a:defRPr>
    </a:lvl1pPr>
    <a:lvl2pPr marL="457200" algn="l" defTabSz="914400" rtl="0">
      <a:defRPr sz="1200" kern="1200" dirty="0">
        <a:solidFill>
          <a:schemeClr val="dk1"/>
        </a:solidFill>
        <a:latin typeface="+mn-lt"/>
        <a:ea typeface="+mn-ea"/>
        <a:cs typeface="+mn-cs"/>
      </a:defRPr>
    </a:lvl2pPr>
    <a:lvl3pPr marL="914400" algn="l" defTabSz="914400" rtl="0">
      <a:defRPr sz="1200" kern="1200" dirty="0">
        <a:solidFill>
          <a:schemeClr val="dk1"/>
        </a:solidFill>
        <a:latin typeface="+mn-lt"/>
        <a:ea typeface="+mn-ea"/>
        <a:cs typeface="+mn-cs"/>
      </a:defRPr>
    </a:lvl3pPr>
    <a:lvl4pPr marL="1371600" algn="l" defTabSz="914400" rtl="0">
      <a:defRPr sz="1200" kern="1200" dirty="0">
        <a:solidFill>
          <a:schemeClr val="dk1"/>
        </a:solidFill>
        <a:latin typeface="+mn-lt"/>
        <a:ea typeface="+mn-ea"/>
        <a:cs typeface="+mn-cs"/>
      </a:defRPr>
    </a:lvl4pPr>
    <a:lvl5pPr marL="1828800" algn="l" defTabSz="914400" rtl="0">
      <a:defRPr sz="1200" kern="1200" dirty="0">
        <a:solidFill>
          <a:schemeClr val="dk1"/>
        </a:solidFill>
        <a:latin typeface="+mn-lt"/>
        <a:ea typeface="+mn-ea"/>
        <a:cs typeface="+mn-cs"/>
      </a:defRPr>
    </a:lvl5pPr>
    <a:lvl6pPr marL="2286000" algn="l" defTabSz="914400" rtl="0">
      <a:defRPr sz="1200" kern="1200" dirty="0">
        <a:solidFill>
          <a:schemeClr val="dk1"/>
        </a:solidFill>
        <a:latin typeface="+mn-lt"/>
        <a:ea typeface="+mn-ea"/>
        <a:cs typeface="+mn-cs"/>
      </a:defRPr>
    </a:lvl6pPr>
    <a:lvl7pPr marL="2743200" algn="l" defTabSz="914400" rtl="0">
      <a:defRPr sz="1200" kern="1200" dirty="0">
        <a:solidFill>
          <a:schemeClr val="dk1"/>
        </a:solidFill>
        <a:latin typeface="+mn-lt"/>
        <a:ea typeface="+mn-ea"/>
        <a:cs typeface="+mn-cs"/>
      </a:defRPr>
    </a:lvl7pPr>
    <a:lvl8pPr marL="3200400" algn="l" defTabSz="914400" rtl="0">
      <a:defRPr sz="1200" kern="1200" dirty="0">
        <a:solidFill>
          <a:schemeClr val="dk1"/>
        </a:solidFill>
        <a:latin typeface="+mn-lt"/>
        <a:ea typeface="+mn-ea"/>
        <a:cs typeface="+mn-cs"/>
      </a:defRPr>
    </a:lvl8pPr>
    <a:lvl9pPr marL="3657600" algn="l" defTabSz="914400" rtl="0">
      <a:defRPr sz="1200" kern="1200" dirty="0">
        <a:solidFill>
          <a:schemeClr val="dk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r>
              <a:rPr lang="en-US" dirty="0"/>
              <a:t>Click to edit Master title style</a:t>
            </a:r>
          </a:p>
        </p:txBody>
      </p:sp>
      <p:sp>
        <p:nvSpPr>
          <p:cNvPr id="3" name="Content Placeholder 2"/>
          <p:cNvSpPr>
            <a:spLocks noGrp="1"/>
          </p:cNvSpPr>
          <p:nvPr>
            <p:ph idx="1"/>
          </p:nvPr>
        </p:nvSpPr>
        <p:spPr bwMode="white">
          <a:ln>
            <a:headEnd type="none"/>
            <a:tailEnd type="none"/>
          </a:ln>
        </p:spPr>
        <p:txBody>
          <a:bodyPr wrap="square"/>
          <a:lstStyle/>
          <a:p>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bwMode="white">
          <a:ln>
            <a:headEnd type="none"/>
            <a:tailEnd type="none"/>
          </a:ln>
        </p:spPr>
        <p:txBody>
          <a:bodyPr wrap="square"/>
          <a:lstStyle/>
          <a:p>
            <a:fld id="{03F41C87-7AD9-4845-A077-840E4A0F3F06}" type="datetimeFigureOut">
              <a:rPr lang="en-US" dirty="0"/>
              <a:t>3/2/2026</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2A013F82-EE5E-44EE-A61D-E31C6657F26F}"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1633" y="1709739"/>
            <a:ext cx="10512862" cy="2852737"/>
          </a:xfrm>
          <a:ln>
            <a:headEnd type="none"/>
            <a:tailEnd type="none"/>
          </a:ln>
        </p:spPr>
        <p:txBody>
          <a:bodyPr wrap="square" anchor="b"/>
          <a:lstStyle>
            <a:lvl1pPr>
              <a:defRPr sz="5998" dirty="0"/>
            </a:lvl1pPr>
          </a:lstStyle>
          <a:p>
            <a:r>
              <a:rPr lang="en-US" dirty="0"/>
              <a:t>Click to edit Master title style</a:t>
            </a:r>
          </a:p>
        </p:txBody>
      </p:sp>
      <p:sp>
        <p:nvSpPr>
          <p:cNvPr id="3" name="Text Placeholder 2"/>
          <p:cNvSpPr>
            <a:spLocks noGrp="1"/>
          </p:cNvSpPr>
          <p:nvPr>
            <p:ph type="body" idx="1"/>
          </p:nvPr>
        </p:nvSpPr>
        <p:spPr bwMode="white">
          <a:xfrm>
            <a:off x="831633" y="4589464"/>
            <a:ext cx="10512862" cy="1500187"/>
          </a:xfrm>
          <a:ln>
            <a:headEnd type="none"/>
            <a:tailEnd type="none"/>
          </a:ln>
        </p:spPr>
        <p:txBody>
          <a:bodyPr wrap="square"/>
          <a:lstStyle>
            <a:lvl1pPr marL="0" indent="0">
              <a:buNone/>
              <a:defRPr sz="2399" dirty="0">
                <a:solidFill>
                  <a:schemeClr val="tx1">
                    <a:tint val="75000"/>
                  </a:schemeClr>
                </a:solidFill>
              </a:defRPr>
            </a:lvl1pPr>
            <a:lvl2pPr marL="457063" indent="0">
              <a:buNone/>
              <a:defRPr sz="1999" dirty="0">
                <a:solidFill>
                  <a:schemeClr val="tx1">
                    <a:tint val="75000"/>
                  </a:schemeClr>
                </a:solidFill>
              </a:defRPr>
            </a:lvl2pPr>
            <a:lvl3pPr marL="914126" indent="0">
              <a:buNone/>
              <a:defRPr sz="1799" dirty="0">
                <a:solidFill>
                  <a:schemeClr val="tx1">
                    <a:tint val="75000"/>
                  </a:schemeClr>
                </a:solidFill>
              </a:defRPr>
            </a:lvl3pPr>
            <a:lvl4pPr marL="1371189" indent="0">
              <a:buNone/>
              <a:defRPr sz="1600" dirty="0">
                <a:solidFill>
                  <a:schemeClr val="tx1">
                    <a:tint val="75000"/>
                  </a:schemeClr>
                </a:solidFill>
              </a:defRPr>
            </a:lvl4pPr>
            <a:lvl5pPr marL="1828251" indent="0">
              <a:buNone/>
              <a:defRPr sz="1600" dirty="0">
                <a:solidFill>
                  <a:schemeClr val="tx1">
                    <a:tint val="75000"/>
                  </a:schemeClr>
                </a:solidFill>
              </a:defRPr>
            </a:lvl5pPr>
            <a:lvl6pPr marL="2285314" indent="0">
              <a:buNone/>
              <a:defRPr sz="1600" dirty="0">
                <a:solidFill>
                  <a:schemeClr val="tx1">
                    <a:tint val="75000"/>
                  </a:schemeClr>
                </a:solidFill>
              </a:defRPr>
            </a:lvl6pPr>
            <a:lvl7pPr marL="2742377" indent="0">
              <a:buNone/>
              <a:defRPr sz="1600" dirty="0">
                <a:solidFill>
                  <a:schemeClr val="tx1">
                    <a:tint val="75000"/>
                  </a:schemeClr>
                </a:solidFill>
              </a:defRPr>
            </a:lvl7pPr>
            <a:lvl8pPr marL="3199440" indent="0">
              <a:buNone/>
              <a:defRPr sz="1600" dirty="0">
                <a:solidFill>
                  <a:schemeClr val="tx1">
                    <a:tint val="75000"/>
                  </a:schemeClr>
                </a:solidFill>
              </a:defRPr>
            </a:lvl8pPr>
            <a:lvl9pPr marL="3656503" indent="0">
              <a:buNone/>
              <a:defRPr sz="1600" dirty="0">
                <a:solidFill>
                  <a:schemeClr val="tx1">
                    <a:tint val="75000"/>
                  </a:schemeClr>
                </a:solidFill>
              </a:defRPr>
            </a:lvl9pPr>
          </a:lstStyle>
          <a:p>
            <a:r>
              <a:rPr lang="en-US" dirty="0"/>
              <a:t>Click to edit Master text styles</a:t>
            </a:r>
          </a:p>
        </p:txBody>
      </p:sp>
      <p:sp>
        <p:nvSpPr>
          <p:cNvPr id="4" name="Date Placeholder 3"/>
          <p:cNvSpPr>
            <a:spLocks noGrp="1"/>
          </p:cNvSpPr>
          <p:nvPr>
            <p:ph type="dt" sz="half" idx="10"/>
          </p:nvPr>
        </p:nvSpPr>
        <p:spPr bwMode="white">
          <a:ln>
            <a:headEnd type="none"/>
            <a:tailEnd type="none"/>
          </a:ln>
        </p:spPr>
        <p:txBody>
          <a:bodyPr wrap="square"/>
          <a:lstStyle/>
          <a:p>
            <a:fld id="{03F41C87-7AD9-4845-A077-840E4A0F3F06}" type="datetimeFigureOut">
              <a:rPr lang="en-US" dirty="0"/>
              <a:t>3/2/2026</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2A013F82-EE5E-44EE-A61D-E31C6657F26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wo Content">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r>
              <a:rPr lang="en-US" dirty="0"/>
              <a:t>Click to edit Master title style</a:t>
            </a:r>
          </a:p>
        </p:txBody>
      </p:sp>
      <p:sp>
        <p:nvSpPr>
          <p:cNvPr id="3" name="Content Placeholder 2"/>
          <p:cNvSpPr>
            <a:spLocks noGrp="1"/>
          </p:cNvSpPr>
          <p:nvPr>
            <p:ph sz="half" idx="1"/>
          </p:nvPr>
        </p:nvSpPr>
        <p:spPr bwMode="white">
          <a:xfrm>
            <a:off x="837982" y="1825625"/>
            <a:ext cx="5180251" cy="4351338"/>
          </a:xfrm>
          <a:ln>
            <a:headEnd type="none"/>
            <a:tailEnd type="none"/>
          </a:ln>
        </p:spPr>
        <p:txBody>
          <a:bodyPr wrap="square"/>
          <a:lstStyle/>
          <a:p>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bwMode="white">
          <a:xfrm>
            <a:off x="6170592" y="1825625"/>
            <a:ext cx="5180251" cy="4351338"/>
          </a:xfrm>
          <a:ln>
            <a:headEnd type="none"/>
            <a:tailEnd type="none"/>
          </a:ln>
        </p:spPr>
        <p:txBody>
          <a:bodyPr wrap="square"/>
          <a:lstStyle/>
          <a:p>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bwMode="white">
          <a:ln>
            <a:headEnd type="none"/>
            <a:tailEnd type="none"/>
          </a:ln>
        </p:spPr>
        <p:txBody>
          <a:bodyPr wrap="square"/>
          <a:lstStyle/>
          <a:p>
            <a:fld id="{03F41C87-7AD9-4845-A077-840E4A0F3F06}" type="datetimeFigureOut">
              <a:rPr lang="en-US" dirty="0"/>
              <a:t>3/2/2026</a:t>
            </a:fld>
            <a:endParaRPr lang="en-US" dirty="0"/>
          </a:p>
        </p:txBody>
      </p:sp>
      <p:sp>
        <p:nvSpPr>
          <p:cNvPr id="6" name="Footer Placeholder 5"/>
          <p:cNvSpPr>
            <a:spLocks noGrp="1"/>
          </p:cNvSpPr>
          <p:nvPr>
            <p:ph type="ftr" sz="quarter" idx="11"/>
          </p:nvPr>
        </p:nvSpPr>
        <p:spPr bwMode="white">
          <a:ln>
            <a:headEnd type="none"/>
            <a:tailEnd type="none"/>
          </a:ln>
        </p:spPr>
        <p:txBody>
          <a:bodyPr wrap="square"/>
          <a:lstStyle/>
          <a:p>
            <a:endParaRPr lang="en-US" dirty="0"/>
          </a:p>
        </p:txBody>
      </p:sp>
      <p:sp>
        <p:nvSpPr>
          <p:cNvPr id="7" name="Slide Number Placeholder 6"/>
          <p:cNvSpPr>
            <a:spLocks noGrp="1"/>
          </p:cNvSpPr>
          <p:nvPr>
            <p:ph type="sldNum" sz="quarter" idx="12"/>
          </p:nvPr>
        </p:nvSpPr>
        <p:spPr bwMode="white">
          <a:ln>
            <a:headEnd type="none"/>
            <a:tailEnd type="none"/>
          </a:ln>
        </p:spPr>
        <p:txBody>
          <a:bodyPr wrap="square"/>
          <a:lstStyle/>
          <a:p>
            <a:fld id="{2A013F82-EE5E-44EE-A61D-E31C6657F26F}"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Comparis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9569" y="365126"/>
            <a:ext cx="10512862" cy="1325563"/>
          </a:xfrm>
          <a:ln>
            <a:headEnd type="none"/>
            <a:tailEnd type="none"/>
          </a:ln>
        </p:spPr>
        <p:txBody>
          <a:bodyPr wrap="square"/>
          <a:lstStyle/>
          <a:p>
            <a:r>
              <a:rPr lang="en-US" dirty="0"/>
              <a:t>Click to edit Master title style</a:t>
            </a:r>
          </a:p>
        </p:txBody>
      </p:sp>
      <p:sp>
        <p:nvSpPr>
          <p:cNvPr id="3" name="Text Placeholder 2"/>
          <p:cNvSpPr>
            <a:spLocks noGrp="1"/>
          </p:cNvSpPr>
          <p:nvPr>
            <p:ph type="body" idx="1"/>
          </p:nvPr>
        </p:nvSpPr>
        <p:spPr bwMode="white">
          <a:xfrm>
            <a:off x="839570" y="1681163"/>
            <a:ext cx="5156444" cy="823912"/>
          </a:xfrm>
          <a:ln>
            <a:headEnd type="none"/>
            <a:tailEnd type="none"/>
          </a:ln>
        </p:spPr>
        <p:txBody>
          <a:bodyPr wrap="square" anchor="b"/>
          <a:lstStyle>
            <a:lvl1pPr marL="0" indent="0">
              <a:buNone/>
              <a:defRPr sz="2399" b="1" dirty="0"/>
            </a:lvl1pPr>
            <a:lvl2pPr marL="457063" indent="0">
              <a:buNone/>
              <a:defRPr sz="1999" b="1" dirty="0"/>
            </a:lvl2pPr>
            <a:lvl3pPr marL="914126" indent="0">
              <a:buNone/>
              <a:defRPr sz="1799" b="1" dirty="0"/>
            </a:lvl3pPr>
            <a:lvl4pPr marL="1371189" indent="0">
              <a:buNone/>
              <a:defRPr sz="1600" b="1" dirty="0"/>
            </a:lvl4pPr>
            <a:lvl5pPr marL="1828251" indent="0">
              <a:buNone/>
              <a:defRPr sz="1600" b="1" dirty="0"/>
            </a:lvl5pPr>
            <a:lvl6pPr marL="2285314" indent="0">
              <a:buNone/>
              <a:defRPr sz="1600" b="1" dirty="0"/>
            </a:lvl6pPr>
            <a:lvl7pPr marL="2742377" indent="0">
              <a:buNone/>
              <a:defRPr sz="1600" b="1" dirty="0"/>
            </a:lvl7pPr>
            <a:lvl8pPr marL="3199440" indent="0">
              <a:buNone/>
              <a:defRPr sz="1600" b="1" dirty="0"/>
            </a:lvl8pPr>
            <a:lvl9pPr marL="3656503" indent="0">
              <a:buNone/>
              <a:defRPr sz="1600" b="1" dirty="0"/>
            </a:lvl9pPr>
          </a:lstStyle>
          <a:p>
            <a:r>
              <a:rPr lang="en-US" dirty="0"/>
              <a:t>Click to edit Master text styles</a:t>
            </a:r>
          </a:p>
        </p:txBody>
      </p:sp>
      <p:sp>
        <p:nvSpPr>
          <p:cNvPr id="4" name="Content Placeholder 3"/>
          <p:cNvSpPr>
            <a:spLocks noGrp="1"/>
          </p:cNvSpPr>
          <p:nvPr>
            <p:ph sz="half" idx="2"/>
          </p:nvPr>
        </p:nvSpPr>
        <p:spPr bwMode="white">
          <a:xfrm>
            <a:off x="839570" y="2505075"/>
            <a:ext cx="5156444" cy="3684588"/>
          </a:xfrm>
          <a:ln>
            <a:headEnd type="none"/>
            <a:tailEnd type="none"/>
          </a:ln>
        </p:spPr>
        <p:txBody>
          <a:bodyPr wrap="square"/>
          <a:lstStyle/>
          <a:p>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bwMode="white">
          <a:xfrm>
            <a:off x="6170593" y="1681163"/>
            <a:ext cx="5181838" cy="823912"/>
          </a:xfrm>
          <a:ln>
            <a:headEnd type="none"/>
            <a:tailEnd type="none"/>
          </a:ln>
        </p:spPr>
        <p:txBody>
          <a:bodyPr wrap="square" anchor="b"/>
          <a:lstStyle>
            <a:lvl1pPr marL="0" indent="0">
              <a:buNone/>
              <a:defRPr sz="2399" b="1" dirty="0"/>
            </a:lvl1pPr>
            <a:lvl2pPr marL="457063" indent="0">
              <a:buNone/>
              <a:defRPr sz="1999" b="1" dirty="0"/>
            </a:lvl2pPr>
            <a:lvl3pPr marL="914126" indent="0">
              <a:buNone/>
              <a:defRPr sz="1799" b="1" dirty="0"/>
            </a:lvl3pPr>
            <a:lvl4pPr marL="1371189" indent="0">
              <a:buNone/>
              <a:defRPr sz="1600" b="1" dirty="0"/>
            </a:lvl4pPr>
            <a:lvl5pPr marL="1828251" indent="0">
              <a:buNone/>
              <a:defRPr sz="1600" b="1" dirty="0"/>
            </a:lvl5pPr>
            <a:lvl6pPr marL="2285314" indent="0">
              <a:buNone/>
              <a:defRPr sz="1600" b="1" dirty="0"/>
            </a:lvl6pPr>
            <a:lvl7pPr marL="2742377" indent="0">
              <a:buNone/>
              <a:defRPr sz="1600" b="1" dirty="0"/>
            </a:lvl7pPr>
            <a:lvl8pPr marL="3199440" indent="0">
              <a:buNone/>
              <a:defRPr sz="1600" b="1" dirty="0"/>
            </a:lvl8pPr>
            <a:lvl9pPr marL="3656503" indent="0">
              <a:buNone/>
              <a:defRPr sz="1600" b="1" dirty="0"/>
            </a:lvl9pPr>
          </a:lstStyle>
          <a:p>
            <a:r>
              <a:rPr lang="en-US" dirty="0"/>
              <a:t>Click to edit Master text styles</a:t>
            </a:r>
          </a:p>
        </p:txBody>
      </p:sp>
      <p:sp>
        <p:nvSpPr>
          <p:cNvPr id="6" name="Content Placeholder 5"/>
          <p:cNvSpPr>
            <a:spLocks noGrp="1"/>
          </p:cNvSpPr>
          <p:nvPr>
            <p:ph sz="quarter" idx="4"/>
          </p:nvPr>
        </p:nvSpPr>
        <p:spPr bwMode="white">
          <a:xfrm>
            <a:off x="6170593" y="2505075"/>
            <a:ext cx="5181838" cy="3684588"/>
          </a:xfrm>
          <a:ln>
            <a:headEnd type="none"/>
            <a:tailEnd type="none"/>
          </a:ln>
        </p:spPr>
        <p:txBody>
          <a:bodyPr wrap="square"/>
          <a:lstStyle/>
          <a:p>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bwMode="white">
          <a:ln>
            <a:headEnd type="none"/>
            <a:tailEnd type="none"/>
          </a:ln>
        </p:spPr>
        <p:txBody>
          <a:bodyPr wrap="square"/>
          <a:lstStyle/>
          <a:p>
            <a:fld id="{03F41C87-7AD9-4845-A077-840E4A0F3F06}" type="datetimeFigureOut">
              <a:rPr lang="en-US" dirty="0"/>
              <a:t>3/2/2026</a:t>
            </a:fld>
            <a:endParaRPr lang="en-US" dirty="0"/>
          </a:p>
        </p:txBody>
      </p:sp>
      <p:sp>
        <p:nvSpPr>
          <p:cNvPr id="8" name="Footer Placeholder 7"/>
          <p:cNvSpPr>
            <a:spLocks noGrp="1"/>
          </p:cNvSpPr>
          <p:nvPr>
            <p:ph type="ftr" sz="quarter" idx="11"/>
          </p:nvPr>
        </p:nvSpPr>
        <p:spPr bwMode="white">
          <a:ln>
            <a:headEnd type="none"/>
            <a:tailEnd type="none"/>
          </a:ln>
        </p:spPr>
        <p:txBody>
          <a:bodyPr wrap="square"/>
          <a:lstStyle/>
          <a:p>
            <a:endParaRPr lang="en-US" dirty="0"/>
          </a:p>
        </p:txBody>
      </p:sp>
      <p:sp>
        <p:nvSpPr>
          <p:cNvPr id="9" name="Slide Number Placeholder 8"/>
          <p:cNvSpPr>
            <a:spLocks noGrp="1"/>
          </p:cNvSpPr>
          <p:nvPr>
            <p:ph type="sldNum" sz="quarter" idx="12"/>
          </p:nvPr>
        </p:nvSpPr>
        <p:spPr bwMode="white">
          <a:ln>
            <a:headEnd type="none"/>
            <a:tailEnd type="none"/>
          </a:ln>
        </p:spPr>
        <p:txBody>
          <a:bodyPr wrap="square"/>
          <a:lstStyle/>
          <a:p>
            <a:fld id="{2A013F82-EE5E-44EE-A61D-E31C6657F26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r>
              <a:rPr lang="en-US" dirty="0"/>
              <a:t>Click to edit Master title style</a:t>
            </a:r>
          </a:p>
        </p:txBody>
      </p:sp>
      <p:sp>
        <p:nvSpPr>
          <p:cNvPr id="3" name="Date Placeholder 2"/>
          <p:cNvSpPr>
            <a:spLocks noGrp="1"/>
          </p:cNvSpPr>
          <p:nvPr>
            <p:ph type="dt" sz="half" idx="10"/>
          </p:nvPr>
        </p:nvSpPr>
        <p:spPr bwMode="white">
          <a:ln>
            <a:headEnd type="none"/>
            <a:tailEnd type="none"/>
          </a:ln>
        </p:spPr>
        <p:txBody>
          <a:bodyPr wrap="square"/>
          <a:lstStyle/>
          <a:p>
            <a:fld id="{03F41C87-7AD9-4845-A077-840E4A0F3F06}" type="datetimeFigureOut">
              <a:rPr lang="en-US" dirty="0"/>
              <a:t>3/2/2026</a:t>
            </a:fld>
            <a:endParaRPr lang="en-US" dirty="0"/>
          </a:p>
        </p:txBody>
      </p:sp>
      <p:sp>
        <p:nvSpPr>
          <p:cNvPr id="4" name="Footer Placeholder 3"/>
          <p:cNvSpPr>
            <a:spLocks noGrp="1"/>
          </p:cNvSpPr>
          <p:nvPr>
            <p:ph type="ftr" sz="quarter" idx="11"/>
          </p:nvPr>
        </p:nvSpPr>
        <p:spPr bwMode="white">
          <a:ln>
            <a:headEnd type="none"/>
            <a:tailEnd type="none"/>
          </a:ln>
        </p:spPr>
        <p:txBody>
          <a:bodyPr wrap="square"/>
          <a:lstStyle/>
          <a:p>
            <a:endParaRPr lang="en-US" dirty="0"/>
          </a:p>
        </p:txBody>
      </p:sp>
      <p:sp>
        <p:nvSpPr>
          <p:cNvPr id="5" name="Slide Number Placeholder 4"/>
          <p:cNvSpPr>
            <a:spLocks noGrp="1"/>
          </p:cNvSpPr>
          <p:nvPr>
            <p:ph type="sldNum" sz="quarter" idx="12"/>
          </p:nvPr>
        </p:nvSpPr>
        <p:spPr bwMode="white">
          <a:ln>
            <a:headEnd type="none"/>
            <a:tailEnd type="none"/>
          </a:ln>
        </p:spPr>
        <p:txBody>
          <a:bodyPr wrap="square"/>
          <a:lstStyle/>
          <a:p>
            <a:fld id="{2A013F82-EE5E-44EE-A61D-E31C6657F26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bwMode="white">
          <a:ln>
            <a:headEnd type="none"/>
            <a:tailEnd type="none"/>
          </a:ln>
        </p:spPr>
        <p:txBody>
          <a:bodyPr wrap="square"/>
          <a:lstStyle/>
          <a:p>
            <a:fld id="{03F41C87-7AD9-4845-A077-840E4A0F3F06}" type="datetimeFigureOut">
              <a:rPr lang="en-US" dirty="0"/>
              <a:t>3/2/2026</a:t>
            </a:fld>
            <a:endParaRPr lang="en-US" dirty="0"/>
          </a:p>
        </p:txBody>
      </p:sp>
      <p:sp>
        <p:nvSpPr>
          <p:cNvPr id="3" name="Footer Placeholder 2"/>
          <p:cNvSpPr>
            <a:spLocks noGrp="1"/>
          </p:cNvSpPr>
          <p:nvPr>
            <p:ph type="ftr" sz="quarter" idx="11"/>
          </p:nvPr>
        </p:nvSpPr>
        <p:spPr bwMode="white">
          <a:ln>
            <a:headEnd type="none"/>
            <a:tailEnd type="none"/>
          </a:ln>
        </p:spPr>
        <p:txBody>
          <a:bodyPr wrap="square"/>
          <a:lstStyle/>
          <a:p>
            <a:endParaRPr lang="en-US" dirty="0"/>
          </a:p>
        </p:txBody>
      </p:sp>
      <p:sp>
        <p:nvSpPr>
          <p:cNvPr id="4" name="Slide Number Placeholder 3"/>
          <p:cNvSpPr>
            <a:spLocks noGrp="1"/>
          </p:cNvSpPr>
          <p:nvPr>
            <p:ph type="sldNum" sz="quarter" idx="12"/>
          </p:nvPr>
        </p:nvSpPr>
        <p:spPr bwMode="white">
          <a:ln>
            <a:headEnd type="none"/>
            <a:tailEnd type="none"/>
          </a:ln>
        </p:spPr>
        <p:txBody>
          <a:bodyPr wrap="square"/>
          <a:lstStyle/>
          <a:p>
            <a:fld id="{2A013F82-EE5E-44EE-A61D-E31C6657F26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9570" y="457200"/>
            <a:ext cx="3931213" cy="1600200"/>
          </a:xfrm>
          <a:ln>
            <a:headEnd type="none"/>
            <a:tailEnd type="none"/>
          </a:ln>
        </p:spPr>
        <p:txBody>
          <a:bodyPr wrap="square" anchor="b"/>
          <a:lstStyle>
            <a:lvl1pPr>
              <a:defRPr sz="3199" dirty="0"/>
            </a:lvl1pPr>
          </a:lstStyle>
          <a:p>
            <a:r>
              <a:rPr lang="en-US" dirty="0"/>
              <a:t>Click to edit Master title style</a:t>
            </a:r>
          </a:p>
        </p:txBody>
      </p:sp>
      <p:sp>
        <p:nvSpPr>
          <p:cNvPr id="3" name="Content Placeholder 2"/>
          <p:cNvSpPr>
            <a:spLocks noGrp="1"/>
          </p:cNvSpPr>
          <p:nvPr>
            <p:ph idx="1"/>
          </p:nvPr>
        </p:nvSpPr>
        <p:spPr bwMode="white">
          <a:xfrm>
            <a:off x="5181838" y="987426"/>
            <a:ext cx="6170593" cy="4873625"/>
          </a:xfrm>
          <a:ln>
            <a:headEnd type="none"/>
            <a:tailEnd type="none"/>
          </a:ln>
        </p:spPr>
        <p:txBody>
          <a:bodyPr wrap="square"/>
          <a:lstStyle>
            <a:lvl1pPr>
              <a:defRPr sz="3199" dirty="0"/>
            </a:lvl1pPr>
            <a:lvl2pPr>
              <a:defRPr sz="2799" dirty="0"/>
            </a:lvl2pPr>
            <a:lvl3pPr>
              <a:defRPr sz="2399" dirty="0"/>
            </a:lvl3pPr>
            <a:lvl4pPr>
              <a:defRPr sz="1999" dirty="0"/>
            </a:lvl4pPr>
            <a:lvl5pPr>
              <a:defRPr sz="1999" dirty="0"/>
            </a:lvl5pPr>
            <a:lvl6pPr>
              <a:defRPr sz="1999" dirty="0"/>
            </a:lvl6pPr>
            <a:lvl7pPr>
              <a:defRPr sz="1999" dirty="0"/>
            </a:lvl7pPr>
            <a:lvl8pPr>
              <a:defRPr sz="1999" dirty="0"/>
            </a:lvl8pPr>
            <a:lvl9pPr>
              <a:defRPr sz="1999" dirty="0"/>
            </a:lvl9pPr>
          </a:lstStyle>
          <a:p>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bwMode="white">
          <a:xfrm>
            <a:off x="839570" y="2057400"/>
            <a:ext cx="3931213" cy="3811588"/>
          </a:xfrm>
          <a:ln>
            <a:headEnd type="none"/>
            <a:tailEnd type="none"/>
          </a:ln>
        </p:spPr>
        <p:txBody>
          <a:bodyPr wrap="square"/>
          <a:lstStyle>
            <a:lvl1pPr marL="0" indent="0">
              <a:buNone/>
              <a:defRPr sz="1600" dirty="0"/>
            </a:lvl1pPr>
            <a:lvl2pPr marL="457063" indent="0">
              <a:buNone/>
              <a:defRPr sz="1400" dirty="0"/>
            </a:lvl2pPr>
            <a:lvl3pPr marL="914126" indent="0">
              <a:buNone/>
              <a:defRPr sz="1200" dirty="0"/>
            </a:lvl3pPr>
            <a:lvl4pPr marL="1371189" indent="0">
              <a:buNone/>
              <a:defRPr sz="1000" dirty="0"/>
            </a:lvl4pPr>
            <a:lvl5pPr marL="1828251" indent="0">
              <a:buNone/>
              <a:defRPr sz="1000" dirty="0"/>
            </a:lvl5pPr>
            <a:lvl6pPr marL="2285314" indent="0">
              <a:buNone/>
              <a:defRPr sz="1000" dirty="0"/>
            </a:lvl6pPr>
            <a:lvl7pPr marL="2742377" indent="0">
              <a:buNone/>
              <a:defRPr sz="1000" dirty="0"/>
            </a:lvl7pPr>
            <a:lvl8pPr marL="3199440" indent="0">
              <a:buNone/>
              <a:defRPr sz="1000" dirty="0"/>
            </a:lvl8pPr>
            <a:lvl9pPr marL="3656503" indent="0">
              <a:buNone/>
              <a:defRPr sz="1000" dirty="0"/>
            </a:lvl9pPr>
          </a:lstStyle>
          <a:p>
            <a:r>
              <a:rPr lang="en-US" dirty="0"/>
              <a:t>Click to edit Master text styles</a:t>
            </a:r>
          </a:p>
        </p:txBody>
      </p:sp>
      <p:sp>
        <p:nvSpPr>
          <p:cNvPr id="5" name="Date Placeholder 4"/>
          <p:cNvSpPr>
            <a:spLocks noGrp="1"/>
          </p:cNvSpPr>
          <p:nvPr>
            <p:ph type="dt" sz="half" idx="10"/>
          </p:nvPr>
        </p:nvSpPr>
        <p:spPr bwMode="white">
          <a:ln>
            <a:headEnd type="none"/>
            <a:tailEnd type="none"/>
          </a:ln>
        </p:spPr>
        <p:txBody>
          <a:bodyPr wrap="square"/>
          <a:lstStyle/>
          <a:p>
            <a:fld id="{03F41C87-7AD9-4845-A077-840E4A0F3F06}" type="datetimeFigureOut">
              <a:rPr lang="en-US" dirty="0"/>
              <a:t>3/2/2026</a:t>
            </a:fld>
            <a:endParaRPr lang="en-US" dirty="0"/>
          </a:p>
        </p:txBody>
      </p:sp>
      <p:sp>
        <p:nvSpPr>
          <p:cNvPr id="6" name="Footer Placeholder 5"/>
          <p:cNvSpPr>
            <a:spLocks noGrp="1"/>
          </p:cNvSpPr>
          <p:nvPr>
            <p:ph type="ftr" sz="quarter" idx="11"/>
          </p:nvPr>
        </p:nvSpPr>
        <p:spPr bwMode="white">
          <a:ln>
            <a:headEnd type="none"/>
            <a:tailEnd type="none"/>
          </a:ln>
        </p:spPr>
        <p:txBody>
          <a:bodyPr wrap="square"/>
          <a:lstStyle/>
          <a:p>
            <a:endParaRPr lang="en-US" dirty="0"/>
          </a:p>
        </p:txBody>
      </p:sp>
      <p:sp>
        <p:nvSpPr>
          <p:cNvPr id="7" name="Slide Number Placeholder 6"/>
          <p:cNvSpPr>
            <a:spLocks noGrp="1"/>
          </p:cNvSpPr>
          <p:nvPr>
            <p:ph type="sldNum" sz="quarter" idx="12"/>
          </p:nvPr>
        </p:nvSpPr>
        <p:spPr bwMode="white">
          <a:ln>
            <a:headEnd type="none"/>
            <a:tailEnd type="none"/>
          </a:ln>
        </p:spPr>
        <p:txBody>
          <a:bodyPr wrap="square"/>
          <a:lstStyle/>
          <a:p>
            <a:fld id="{2A013F82-EE5E-44EE-A61D-E31C6657F26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9570" y="457200"/>
            <a:ext cx="3931213" cy="1600200"/>
          </a:xfrm>
          <a:ln>
            <a:headEnd type="none"/>
            <a:tailEnd type="none"/>
          </a:ln>
        </p:spPr>
        <p:txBody>
          <a:bodyPr wrap="square" anchor="b"/>
          <a:lstStyle>
            <a:lvl1pPr>
              <a:defRPr sz="3199" dirty="0"/>
            </a:lvl1pPr>
          </a:lstStyle>
          <a:p>
            <a:r>
              <a:rPr lang="en-US" dirty="0"/>
              <a:t>Click to edit Master title style</a:t>
            </a:r>
          </a:p>
        </p:txBody>
      </p:sp>
      <p:sp>
        <p:nvSpPr>
          <p:cNvPr id="3" name="Picture Placeholder 2"/>
          <p:cNvSpPr>
            <a:spLocks noGrp="1"/>
          </p:cNvSpPr>
          <p:nvPr>
            <p:ph type="pic" idx="1"/>
          </p:nvPr>
        </p:nvSpPr>
        <p:spPr bwMode="white">
          <a:xfrm>
            <a:off x="5181838" y="987426"/>
            <a:ext cx="6170593" cy="4873625"/>
          </a:xfrm>
          <a:ln>
            <a:headEnd type="none"/>
            <a:tailEnd type="none"/>
          </a:ln>
        </p:spPr>
        <p:txBody>
          <a:bodyPr wrap="square"/>
          <a:lstStyle>
            <a:lvl1pPr marL="0" indent="0">
              <a:buNone/>
              <a:defRPr sz="3199" dirty="0"/>
            </a:lvl1pPr>
            <a:lvl2pPr marL="457063" indent="0">
              <a:buNone/>
              <a:defRPr sz="2799" dirty="0"/>
            </a:lvl2pPr>
            <a:lvl3pPr marL="914126" indent="0">
              <a:buNone/>
              <a:defRPr sz="2399" dirty="0"/>
            </a:lvl3pPr>
            <a:lvl4pPr marL="1371189" indent="0">
              <a:buNone/>
              <a:defRPr sz="1999" dirty="0"/>
            </a:lvl4pPr>
            <a:lvl5pPr marL="1828251" indent="0">
              <a:buNone/>
              <a:defRPr sz="1999" dirty="0"/>
            </a:lvl5pPr>
            <a:lvl6pPr marL="2285314" indent="0">
              <a:buNone/>
              <a:defRPr sz="1999" dirty="0"/>
            </a:lvl6pPr>
            <a:lvl7pPr marL="2742377" indent="0">
              <a:buNone/>
              <a:defRPr sz="1999" dirty="0"/>
            </a:lvl7pPr>
            <a:lvl8pPr marL="3199440" indent="0">
              <a:buNone/>
              <a:defRPr sz="1999" dirty="0"/>
            </a:lvl8pPr>
            <a:lvl9pPr marL="3656503" indent="0">
              <a:buNone/>
              <a:defRPr sz="1999" dirty="0"/>
            </a:lvl9pPr>
          </a:lstStyle>
          <a:p>
            <a:endParaRPr lang="en-US" dirty="0"/>
          </a:p>
        </p:txBody>
      </p:sp>
      <p:sp>
        <p:nvSpPr>
          <p:cNvPr id="4" name="Text Placeholder 3"/>
          <p:cNvSpPr>
            <a:spLocks noGrp="1"/>
          </p:cNvSpPr>
          <p:nvPr>
            <p:ph type="body" sz="half" idx="2"/>
          </p:nvPr>
        </p:nvSpPr>
        <p:spPr bwMode="white">
          <a:xfrm>
            <a:off x="839570" y="2057400"/>
            <a:ext cx="3931213" cy="3811588"/>
          </a:xfrm>
          <a:ln>
            <a:headEnd type="none"/>
            <a:tailEnd type="none"/>
          </a:ln>
        </p:spPr>
        <p:txBody>
          <a:bodyPr wrap="square"/>
          <a:lstStyle>
            <a:lvl1pPr marL="0" indent="0">
              <a:buNone/>
              <a:defRPr sz="1600" dirty="0"/>
            </a:lvl1pPr>
            <a:lvl2pPr marL="457063" indent="0">
              <a:buNone/>
              <a:defRPr sz="1400" dirty="0"/>
            </a:lvl2pPr>
            <a:lvl3pPr marL="914126" indent="0">
              <a:buNone/>
              <a:defRPr sz="1200" dirty="0"/>
            </a:lvl3pPr>
            <a:lvl4pPr marL="1371189" indent="0">
              <a:buNone/>
              <a:defRPr sz="1000" dirty="0"/>
            </a:lvl4pPr>
            <a:lvl5pPr marL="1828251" indent="0">
              <a:buNone/>
              <a:defRPr sz="1000" dirty="0"/>
            </a:lvl5pPr>
            <a:lvl6pPr marL="2285314" indent="0">
              <a:buNone/>
              <a:defRPr sz="1000" dirty="0"/>
            </a:lvl6pPr>
            <a:lvl7pPr marL="2742377" indent="0">
              <a:buNone/>
              <a:defRPr sz="1000" dirty="0"/>
            </a:lvl7pPr>
            <a:lvl8pPr marL="3199440" indent="0">
              <a:buNone/>
              <a:defRPr sz="1000" dirty="0"/>
            </a:lvl8pPr>
            <a:lvl9pPr marL="3656503" indent="0">
              <a:buNone/>
              <a:defRPr sz="1000" dirty="0"/>
            </a:lvl9pPr>
          </a:lstStyle>
          <a:p>
            <a:r>
              <a:rPr lang="en-US" dirty="0"/>
              <a:t>Click to edit Master text styles</a:t>
            </a:r>
          </a:p>
        </p:txBody>
      </p:sp>
      <p:sp>
        <p:nvSpPr>
          <p:cNvPr id="5" name="Date Placeholder 4"/>
          <p:cNvSpPr>
            <a:spLocks noGrp="1"/>
          </p:cNvSpPr>
          <p:nvPr>
            <p:ph type="dt" sz="half" idx="10"/>
          </p:nvPr>
        </p:nvSpPr>
        <p:spPr bwMode="white">
          <a:ln>
            <a:headEnd type="none"/>
            <a:tailEnd type="none"/>
          </a:ln>
        </p:spPr>
        <p:txBody>
          <a:bodyPr wrap="square"/>
          <a:lstStyle/>
          <a:p>
            <a:fld id="{B61BEF0D-F0BB-DE4B-95CE-6DB70DBA9567}" type="datetimeFigureOut">
              <a:rPr lang="en-US" dirty="0"/>
              <a:t>3/2/2026</a:t>
            </a:fld>
            <a:endParaRPr lang="en-US" dirty="0"/>
          </a:p>
        </p:txBody>
      </p:sp>
      <p:sp>
        <p:nvSpPr>
          <p:cNvPr id="6" name="Footer Placeholder 5"/>
          <p:cNvSpPr>
            <a:spLocks noGrp="1"/>
          </p:cNvSpPr>
          <p:nvPr>
            <p:ph type="ftr" sz="quarter" idx="11"/>
          </p:nvPr>
        </p:nvSpPr>
        <p:spPr bwMode="white">
          <a:ln>
            <a:headEnd type="none"/>
            <a:tailEnd type="none"/>
          </a:ln>
        </p:spPr>
        <p:txBody>
          <a:bodyPr wrap="square"/>
          <a:lstStyle/>
          <a:p>
            <a:endParaRPr lang="en-US" dirty="0"/>
          </a:p>
        </p:txBody>
      </p:sp>
      <p:sp>
        <p:nvSpPr>
          <p:cNvPr id="7" name="Slide Number Placeholder 6"/>
          <p:cNvSpPr>
            <a:spLocks noGrp="1"/>
          </p:cNvSpPr>
          <p:nvPr>
            <p:ph type="sldNum" sz="quarter" idx="12"/>
          </p:nvPr>
        </p:nvSpPr>
        <p:spPr bwMode="white">
          <a:ln>
            <a:headEnd type="none"/>
            <a:tailEnd type="none"/>
          </a:ln>
        </p:spPr>
        <p:txBody>
          <a:bodyPr wrap="square"/>
          <a:lstStyle/>
          <a:p>
            <a:fld id="{D57F1E4F-1CFF-5643-939E-217C01CD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r>
              <a:rPr lang="en-US" dirty="0"/>
              <a:t>Click to edit Master title style</a:t>
            </a:r>
          </a:p>
        </p:txBody>
      </p:sp>
      <p:sp>
        <p:nvSpPr>
          <p:cNvPr id="3" name="Vertical Text Placeholder 2"/>
          <p:cNvSpPr>
            <a:spLocks noGrp="1"/>
          </p:cNvSpPr>
          <p:nvPr>
            <p:ph type="body" orient="vert" idx="1"/>
          </p:nvPr>
        </p:nvSpPr>
        <p:spPr bwMode="white">
          <a:ln>
            <a:headEnd type="none"/>
            <a:tailEnd type="none"/>
          </a:ln>
        </p:spPr>
        <p:txBody>
          <a:bodyPr vert="eaVert" wrap="square"/>
          <a:lstStyle/>
          <a:p>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bwMode="white">
          <a:ln>
            <a:headEnd type="none"/>
            <a:tailEnd type="none"/>
          </a:ln>
        </p:spPr>
        <p:txBody>
          <a:bodyPr wrap="square"/>
          <a:lstStyle/>
          <a:p>
            <a:fld id="{03F41C87-7AD9-4845-A077-840E4A0F3F06}" type="datetimeFigureOut">
              <a:rPr lang="en-US" dirty="0"/>
              <a:t>3/2/2026</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2A013F82-EE5E-44EE-A61D-E31C6657F26F}"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bwMode="white">
          <a:xfrm>
            <a:off x="8722628" y="365125"/>
            <a:ext cx="2628215" cy="5811838"/>
          </a:xfrm>
          <a:ln>
            <a:headEnd type="none"/>
            <a:tailEnd type="none"/>
          </a:ln>
        </p:spPr>
        <p:txBody>
          <a:bodyPr vert="eaVert" wrap="square"/>
          <a:lstStyle/>
          <a:p>
            <a:r>
              <a:rPr lang="en-US" dirty="0"/>
              <a:t>Click to edit Master title style</a:t>
            </a:r>
          </a:p>
        </p:txBody>
      </p:sp>
      <p:sp>
        <p:nvSpPr>
          <p:cNvPr id="3" name="Vertical Text Placeholder 2"/>
          <p:cNvSpPr>
            <a:spLocks noGrp="1"/>
          </p:cNvSpPr>
          <p:nvPr>
            <p:ph type="body" orient="vert" idx="1"/>
          </p:nvPr>
        </p:nvSpPr>
        <p:spPr bwMode="white">
          <a:xfrm>
            <a:off x="837982" y="365125"/>
            <a:ext cx="7732286" cy="5811838"/>
          </a:xfrm>
          <a:ln>
            <a:headEnd type="none"/>
            <a:tailEnd type="none"/>
          </a:ln>
        </p:spPr>
        <p:txBody>
          <a:bodyPr vert="eaVert" wrap="square"/>
          <a:lstStyle/>
          <a:p>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bwMode="white">
          <a:ln>
            <a:headEnd type="none"/>
            <a:tailEnd type="none"/>
          </a:ln>
        </p:spPr>
        <p:txBody>
          <a:bodyPr wrap="square"/>
          <a:lstStyle/>
          <a:p>
            <a:fld id="{03F41C87-7AD9-4845-A077-840E4A0F3F06}" type="datetimeFigureOut">
              <a:rPr lang="en-US" dirty="0"/>
              <a:t>3/2/2026</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fld id="{2A013F82-EE5E-44EE-A61D-E31C6657F26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white">
          <a:xfrm>
            <a:off x="837982" y="365126"/>
            <a:ext cx="10512862" cy="1325563"/>
          </a:xfrm>
          <a:prstGeom prst="rect">
            <a:avLst/>
          </a:prstGeom>
          <a:ln>
            <a:headEnd type="none"/>
            <a:tailEnd type="none"/>
          </a:ln>
        </p:spPr>
        <p:txBody>
          <a:bodyPr wrap="square" lIns="91440" tIns="45720" rIns="91440" bIns="45720" anchor="ctr">
            <a:normAutofit/>
          </a:bodyPr>
          <a:lstStyle/>
          <a:p>
            <a:r>
              <a:rPr lang="en-US" dirty="0"/>
              <a:t>Click to edit Master title style</a:t>
            </a:r>
          </a:p>
        </p:txBody>
      </p:sp>
      <p:sp>
        <p:nvSpPr>
          <p:cNvPr id="3" name="Text Placeholder 2"/>
          <p:cNvSpPr>
            <a:spLocks noGrp="1"/>
          </p:cNvSpPr>
          <p:nvPr>
            <p:ph type="body" idx="1"/>
          </p:nvPr>
        </p:nvSpPr>
        <p:spPr bwMode="white">
          <a:xfrm>
            <a:off x="837982" y="1825625"/>
            <a:ext cx="10512862" cy="4351338"/>
          </a:xfrm>
          <a:prstGeom prst="rect">
            <a:avLst/>
          </a:prstGeom>
          <a:ln>
            <a:headEnd type="none"/>
            <a:tailEnd type="none"/>
          </a:ln>
        </p:spPr>
        <p:txBody>
          <a:bodyPr wrap="square" lIns="91440" tIns="45720" rIns="91440" bIns="45720">
            <a:normAutofit/>
          </a:bodyPr>
          <a:lstStyle/>
          <a:p>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bwMode="white">
          <a:xfrm>
            <a:off x="837982" y="6356351"/>
            <a:ext cx="2742486" cy="365125"/>
          </a:xfrm>
          <a:prstGeom prst="rect">
            <a:avLst/>
          </a:prstGeom>
          <a:ln>
            <a:headEnd type="none"/>
            <a:tailEnd type="none"/>
          </a:ln>
        </p:spPr>
        <p:txBody>
          <a:bodyPr wrap="square" lIns="91440" tIns="45720" rIns="91440" bIns="45720" anchor="ctr"/>
          <a:lstStyle>
            <a:lvl1pPr algn="l">
              <a:defRPr sz="1200" dirty="0">
                <a:solidFill>
                  <a:schemeClr val="tx1">
                    <a:tint val="75000"/>
                  </a:schemeClr>
                </a:solidFill>
              </a:defRPr>
            </a:lvl1pPr>
          </a:lstStyle>
          <a:p>
            <a:fld id="{03F41C87-7AD9-4845-A077-840E4A0F3F06}" type="datetimeFigureOut">
              <a:rPr lang="en-US" dirty="0"/>
              <a:t>3/2/2026</a:t>
            </a:fld>
            <a:endParaRPr lang="en-US" dirty="0"/>
          </a:p>
        </p:txBody>
      </p:sp>
      <p:sp>
        <p:nvSpPr>
          <p:cNvPr id="5" name="Footer Placeholder 4"/>
          <p:cNvSpPr>
            <a:spLocks noGrp="1"/>
          </p:cNvSpPr>
          <p:nvPr>
            <p:ph type="ftr" sz="quarter" idx="3"/>
          </p:nvPr>
        </p:nvSpPr>
        <p:spPr bwMode="white">
          <a:xfrm>
            <a:off x="4037549" y="6356351"/>
            <a:ext cx="4113728" cy="365125"/>
          </a:xfrm>
          <a:prstGeom prst="rect">
            <a:avLst/>
          </a:prstGeom>
          <a:ln>
            <a:headEnd type="none"/>
            <a:tailEnd type="none"/>
          </a:ln>
        </p:spPr>
        <p:txBody>
          <a:bodyPr wrap="square" lIns="91440" tIns="45720" rIns="91440" bIns="45720" anchor="ctr"/>
          <a:lstStyle>
            <a:lvl1pPr algn="ctr">
              <a:defRPr sz="1200" dirty="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white">
          <a:xfrm>
            <a:off x="8608357" y="6356351"/>
            <a:ext cx="2742486" cy="365125"/>
          </a:xfrm>
          <a:prstGeom prst="rect">
            <a:avLst/>
          </a:prstGeom>
          <a:ln>
            <a:headEnd type="none"/>
            <a:tailEnd type="none"/>
          </a:ln>
        </p:spPr>
        <p:txBody>
          <a:bodyPr wrap="square" lIns="91440" tIns="45720" rIns="91440" bIns="45720" anchor="ctr"/>
          <a:lstStyle>
            <a:lvl1pPr algn="r">
              <a:defRPr sz="1200" dirty="0">
                <a:solidFill>
                  <a:schemeClr val="tx1">
                    <a:tint val="75000"/>
                  </a:schemeClr>
                </a:solidFill>
              </a:defRPr>
            </a:lvl1pPr>
          </a:lstStyle>
          <a:p>
            <a:fld id="{2A013F82-EE5E-44EE-A61D-E31C6657F26F}"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Lst>
  <p:txStyles>
    <p:titleStyle>
      <a:lvl1pPr algn="l" defTabSz="914126" rtl="0">
        <a:lnSpc>
          <a:spcPct val="90000"/>
        </a:lnSpc>
        <a:spcBef>
          <a:spcPct val="0"/>
        </a:spcBef>
        <a:buNone/>
        <a:defRPr sz="4399" kern="1200" dirty="0">
          <a:solidFill>
            <a:schemeClr val="tx1"/>
          </a:solidFill>
          <a:latin typeface="+mj-lt"/>
          <a:ea typeface="+mj-ea"/>
          <a:cs typeface="+mj-cs"/>
        </a:defRPr>
      </a:lvl1pPr>
    </p:titleStyle>
    <p:bodyStyle>
      <a:lvl1pPr marL="228531" indent="-228531" algn="l" defTabSz="914126" rtl="0">
        <a:lnSpc>
          <a:spcPct val="90000"/>
        </a:lnSpc>
        <a:spcBef>
          <a:spcPts val="1000"/>
        </a:spcBef>
        <a:buFont typeface="Arial"/>
        <a:buChar char="•"/>
        <a:defRPr sz="2799" kern="1200" dirty="0">
          <a:solidFill>
            <a:schemeClr val="tx1"/>
          </a:solidFill>
          <a:latin typeface="+mn-lt"/>
          <a:ea typeface="+mn-ea"/>
          <a:cs typeface="+mn-cs"/>
        </a:defRPr>
      </a:lvl1pPr>
      <a:lvl2pPr marL="685594" indent="-228531" algn="l" defTabSz="914126" rtl="0">
        <a:lnSpc>
          <a:spcPct val="90000"/>
        </a:lnSpc>
        <a:spcBef>
          <a:spcPts val="500"/>
        </a:spcBef>
        <a:buFont typeface="Arial"/>
        <a:buChar char="•"/>
        <a:defRPr sz="2399" kern="1200" dirty="0">
          <a:solidFill>
            <a:schemeClr val="tx1"/>
          </a:solidFill>
          <a:latin typeface="+mn-lt"/>
          <a:ea typeface="+mn-ea"/>
          <a:cs typeface="+mn-cs"/>
        </a:defRPr>
      </a:lvl2pPr>
      <a:lvl3pPr marL="1142657" indent="-228531" algn="l" defTabSz="914126" rtl="0">
        <a:lnSpc>
          <a:spcPct val="90000"/>
        </a:lnSpc>
        <a:spcBef>
          <a:spcPts val="500"/>
        </a:spcBef>
        <a:buFont typeface="Arial"/>
        <a:buChar char="•"/>
        <a:defRPr sz="1999" kern="1200" dirty="0">
          <a:solidFill>
            <a:schemeClr val="tx1"/>
          </a:solidFill>
          <a:latin typeface="+mn-lt"/>
          <a:ea typeface="+mn-ea"/>
          <a:cs typeface="+mn-cs"/>
        </a:defRPr>
      </a:lvl3pPr>
      <a:lvl4pPr marL="1599720" indent="-228531" algn="l" defTabSz="914126" rtl="0">
        <a:lnSpc>
          <a:spcPct val="90000"/>
        </a:lnSpc>
        <a:spcBef>
          <a:spcPts val="500"/>
        </a:spcBef>
        <a:buFont typeface="Arial"/>
        <a:buChar char="•"/>
        <a:defRPr sz="1799" kern="1200" dirty="0">
          <a:solidFill>
            <a:schemeClr val="tx1"/>
          </a:solidFill>
          <a:latin typeface="+mn-lt"/>
          <a:ea typeface="+mn-ea"/>
          <a:cs typeface="+mn-cs"/>
        </a:defRPr>
      </a:lvl4pPr>
      <a:lvl5pPr marL="2056783" indent="-228531" algn="l" defTabSz="914126" rtl="0">
        <a:lnSpc>
          <a:spcPct val="90000"/>
        </a:lnSpc>
        <a:spcBef>
          <a:spcPts val="500"/>
        </a:spcBef>
        <a:buFont typeface="Arial"/>
        <a:buChar char="•"/>
        <a:defRPr sz="1799" kern="1200" dirty="0">
          <a:solidFill>
            <a:schemeClr val="tx1"/>
          </a:solidFill>
          <a:latin typeface="+mn-lt"/>
          <a:ea typeface="+mn-ea"/>
          <a:cs typeface="+mn-cs"/>
        </a:defRPr>
      </a:lvl5pPr>
      <a:lvl6pPr marL="2513846" indent="-228531" algn="l" defTabSz="914126" rtl="0">
        <a:lnSpc>
          <a:spcPct val="90000"/>
        </a:lnSpc>
        <a:spcBef>
          <a:spcPts val="500"/>
        </a:spcBef>
        <a:buFont typeface="Arial"/>
        <a:buChar char="•"/>
        <a:defRPr sz="1799" kern="1200" dirty="0">
          <a:solidFill>
            <a:schemeClr val="tx1"/>
          </a:solidFill>
          <a:latin typeface="+mn-lt"/>
          <a:ea typeface="+mn-ea"/>
          <a:cs typeface="+mn-cs"/>
        </a:defRPr>
      </a:lvl6pPr>
      <a:lvl7pPr marL="2970908" indent="-228531" algn="l" defTabSz="914126" rtl="0">
        <a:lnSpc>
          <a:spcPct val="90000"/>
        </a:lnSpc>
        <a:spcBef>
          <a:spcPts val="500"/>
        </a:spcBef>
        <a:buFont typeface="Arial"/>
        <a:buChar char="•"/>
        <a:defRPr sz="1799" kern="1200" dirty="0">
          <a:solidFill>
            <a:schemeClr val="tx1"/>
          </a:solidFill>
          <a:latin typeface="+mn-lt"/>
          <a:ea typeface="+mn-ea"/>
          <a:cs typeface="+mn-cs"/>
        </a:defRPr>
      </a:lvl7pPr>
      <a:lvl8pPr marL="3427971" indent="-228531" algn="l" defTabSz="914126" rtl="0">
        <a:lnSpc>
          <a:spcPct val="90000"/>
        </a:lnSpc>
        <a:spcBef>
          <a:spcPts val="500"/>
        </a:spcBef>
        <a:buFont typeface="Arial"/>
        <a:buChar char="•"/>
        <a:defRPr sz="1799" kern="1200" dirty="0">
          <a:solidFill>
            <a:schemeClr val="tx1"/>
          </a:solidFill>
          <a:latin typeface="+mn-lt"/>
          <a:ea typeface="+mn-ea"/>
          <a:cs typeface="+mn-cs"/>
        </a:defRPr>
      </a:lvl8pPr>
      <a:lvl9pPr marL="3885034" indent="-228531" algn="l" defTabSz="914126" rtl="0">
        <a:lnSpc>
          <a:spcPct val="90000"/>
        </a:lnSpc>
        <a:spcBef>
          <a:spcPts val="500"/>
        </a:spcBef>
        <a:buFont typeface="Arial"/>
        <a:buChar char="•"/>
        <a:defRPr sz="1799" kern="1200" dirty="0">
          <a:solidFill>
            <a:schemeClr val="tx1"/>
          </a:solidFill>
          <a:latin typeface="+mn-lt"/>
          <a:ea typeface="+mn-ea"/>
          <a:cs typeface="+mn-cs"/>
        </a:defRPr>
      </a:lvl9pPr>
    </p:bodyStyle>
    <p:otherStyle>
      <a:defPPr defTabSz="914126">
        <a:defRPr lang="en-US" dirty="0"/>
      </a:defPPr>
      <a:lvl1pPr marL="0" algn="l" defTabSz="914126" rtl="0">
        <a:defRPr sz="1799" kern="1200" dirty="0">
          <a:solidFill>
            <a:schemeClr val="tx1"/>
          </a:solidFill>
          <a:latin typeface="+mn-lt"/>
          <a:ea typeface="+mn-ea"/>
          <a:cs typeface="+mn-cs"/>
        </a:defRPr>
      </a:lvl1pPr>
      <a:lvl2pPr marL="457063" algn="l" defTabSz="914126" rtl="0">
        <a:defRPr sz="1799" kern="1200" dirty="0">
          <a:solidFill>
            <a:schemeClr val="tx1"/>
          </a:solidFill>
          <a:latin typeface="+mn-lt"/>
          <a:ea typeface="+mn-ea"/>
          <a:cs typeface="+mn-cs"/>
        </a:defRPr>
      </a:lvl2pPr>
      <a:lvl3pPr marL="914126" algn="l" defTabSz="914126" rtl="0">
        <a:defRPr sz="1799" kern="1200" dirty="0">
          <a:solidFill>
            <a:schemeClr val="tx1"/>
          </a:solidFill>
          <a:latin typeface="+mn-lt"/>
          <a:ea typeface="+mn-ea"/>
          <a:cs typeface="+mn-cs"/>
        </a:defRPr>
      </a:lvl3pPr>
      <a:lvl4pPr marL="1371189" algn="l" defTabSz="914126" rtl="0">
        <a:defRPr sz="1799" kern="1200" dirty="0">
          <a:solidFill>
            <a:schemeClr val="tx1"/>
          </a:solidFill>
          <a:latin typeface="+mn-lt"/>
          <a:ea typeface="+mn-ea"/>
          <a:cs typeface="+mn-cs"/>
        </a:defRPr>
      </a:lvl4pPr>
      <a:lvl5pPr marL="1828251" algn="l" defTabSz="914126" rtl="0">
        <a:defRPr sz="1799" kern="1200" dirty="0">
          <a:solidFill>
            <a:schemeClr val="tx1"/>
          </a:solidFill>
          <a:latin typeface="+mn-lt"/>
          <a:ea typeface="+mn-ea"/>
          <a:cs typeface="+mn-cs"/>
        </a:defRPr>
      </a:lvl5pPr>
      <a:lvl6pPr marL="2285314" algn="l" defTabSz="914126" rtl="0">
        <a:defRPr sz="1799" kern="1200" dirty="0">
          <a:solidFill>
            <a:schemeClr val="tx1"/>
          </a:solidFill>
          <a:latin typeface="+mn-lt"/>
          <a:ea typeface="+mn-ea"/>
          <a:cs typeface="+mn-cs"/>
        </a:defRPr>
      </a:lvl6pPr>
      <a:lvl7pPr marL="2742377" algn="l" defTabSz="914126" rtl="0">
        <a:defRPr sz="1799" kern="1200" dirty="0">
          <a:solidFill>
            <a:schemeClr val="tx1"/>
          </a:solidFill>
          <a:latin typeface="+mn-lt"/>
          <a:ea typeface="+mn-ea"/>
          <a:cs typeface="+mn-cs"/>
        </a:defRPr>
      </a:lvl7pPr>
      <a:lvl8pPr marL="3199440" algn="l" defTabSz="914126" rtl="0">
        <a:defRPr sz="1799" kern="1200" dirty="0">
          <a:solidFill>
            <a:schemeClr val="tx1"/>
          </a:solidFill>
          <a:latin typeface="+mn-lt"/>
          <a:ea typeface="+mn-ea"/>
          <a:cs typeface="+mn-cs"/>
        </a:defRPr>
      </a:lvl8pPr>
      <a:lvl9pPr marL="3656503" algn="l" defTabSz="914126" rtl="0">
        <a:defRPr sz="1799" kern="1200" dirty="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pPr algn="ctr"/>
            <a:r>
              <a:rPr dirty="0">
                <a:latin typeface="Times New Roman" panose="02020603050405020304" pitchFamily="18" charset="0"/>
                <a:cs typeface="Times New Roman" panose="02020603050405020304" pitchFamily="18" charset="0"/>
              </a:rPr>
              <a:t>Company History</a:t>
            </a:r>
          </a:p>
        </p:txBody>
      </p:sp>
      <p:sp>
        <p:nvSpPr>
          <p:cNvPr id="3" name="TextBox3"/>
          <p:cNvSpPr txBox="1">
            <a:spLocks noChangeArrowheads="1"/>
          </p:cNvSpPr>
          <p:nvPr/>
        </p:nvSpPr>
        <p:spPr bwMode="white">
          <a:xfrm>
            <a:off x="675718" y="1800395"/>
            <a:ext cx="11099322" cy="923090"/>
          </a:xfrm>
          <a:prstGeom prst="rect">
            <a:avLst/>
          </a:prstGeom>
          <a:ln>
            <a:headEnd type="none"/>
            <a:tailEnd type="none"/>
          </a:ln>
        </p:spPr>
        <p:txBody>
          <a:bodyPr wrap="square">
            <a:spAutoFit/>
          </a:bodyPr>
          <a:lstStyle/>
          <a:p>
            <a:pPr defTabSz="914126"/>
            <a:r>
              <a:rPr sz="1799" dirty="0">
                <a:latin typeface="Calibri" panose="020F0502020204030204" pitchFamily="34" charset="0"/>
                <a:ea typeface="Calibri" panose="020F0502020204030204" pitchFamily="34" charset="0"/>
                <a:cs typeface="Calibri" panose="020F0502020204030204" pitchFamily="34" charset="0"/>
              </a:rPr>
              <a:t>IMN Solutions PVT LTD is the software company, established in 1987, by George Milton. The company has been listed as the trusted partner for many high-profile organizations since 1988 and got awards for quality product</a:t>
            </a:r>
            <a:r>
              <a:rPr lang="en-US" sz="1799" dirty="0">
                <a:latin typeface="Calibri" panose="020F0502020204030204" pitchFamily="34" charset="0"/>
                <a:ea typeface="Calibri" panose="020F0502020204030204" pitchFamily="34" charset="0"/>
                <a:cs typeface="Calibri" panose="020F0502020204030204" pitchFamily="34" charset="0"/>
              </a:rPr>
              <a:t>ion</a:t>
            </a:r>
            <a:r>
              <a:rPr sz="1799" dirty="0">
                <a:latin typeface="Calibri" panose="020F0502020204030204" pitchFamily="34" charset="0"/>
                <a:ea typeface="Calibri" panose="020F0502020204030204" pitchFamily="34" charset="0"/>
                <a:cs typeface="Calibri" panose="020F0502020204030204" pitchFamily="34" charset="0"/>
              </a:rPr>
              <a:t> from reputed organizations.</a:t>
            </a:r>
          </a:p>
        </p:txBody>
      </p:sp>
      <p:sp>
        <p:nvSpPr>
          <p:cNvPr id="4" name="TextBox4"/>
          <p:cNvSpPr txBox="1">
            <a:spLocks noChangeArrowheads="1"/>
          </p:cNvSpPr>
          <p:nvPr/>
        </p:nvSpPr>
        <p:spPr bwMode="white">
          <a:xfrm>
            <a:off x="675717" y="3429000"/>
            <a:ext cx="5559882" cy="1476879"/>
          </a:xfrm>
          <a:prstGeom prst="rect">
            <a:avLst/>
          </a:prstGeom>
          <a:ln>
            <a:headEnd type="none"/>
            <a:tailEnd type="none"/>
          </a:ln>
        </p:spPr>
        <p:txBody>
          <a:bodyPr wrap="square">
            <a:spAutoFit/>
          </a:bodyPr>
          <a:lstStyle/>
          <a:p>
            <a:pPr marL="444367" indent="-444367" defTabSz="914126">
              <a:buAutoNum type="arabicPeriod"/>
            </a:pPr>
            <a:r>
              <a:rPr sz="1799" dirty="0">
                <a:latin typeface="Calibri" panose="020F0502020204030204" pitchFamily="34" charset="0"/>
                <a:ea typeface="Calibri" panose="020F0502020204030204" pitchFamily="34" charset="0"/>
                <a:cs typeface="Calibri" panose="020F0502020204030204" pitchFamily="34" charset="0"/>
              </a:rPr>
              <a:t>The company </a:t>
            </a:r>
            <a:r>
              <a:rPr lang="en-US" sz="1799" dirty="0">
                <a:latin typeface="Calibri" panose="020F0502020204030204" pitchFamily="34" charset="0"/>
                <a:ea typeface="Calibri" panose="020F0502020204030204" pitchFamily="34" charset="0"/>
                <a:cs typeface="Calibri" panose="020F0502020204030204" pitchFamily="34" charset="0"/>
              </a:rPr>
              <a:t>product </a:t>
            </a:r>
            <a:r>
              <a:rPr sz="1799" dirty="0">
                <a:latin typeface="Calibri" panose="020F0502020204030204" pitchFamily="34" charset="0"/>
                <a:ea typeface="Calibri" panose="020F0502020204030204" pitchFamily="34" charset="0"/>
                <a:cs typeface="Calibri" panose="020F0502020204030204" pitchFamily="34" charset="0"/>
              </a:rPr>
              <a:t>acquired the MCY corporation for 20 billion dollars and became the top revenue maker for the year 2015.</a:t>
            </a:r>
          </a:p>
          <a:p>
            <a:pPr marL="444367" indent="-444367" defTabSz="914126">
              <a:buAutoNum type="arabicPeriod"/>
            </a:pPr>
            <a:r>
              <a:rPr sz="1799" dirty="0">
                <a:latin typeface="Calibri" panose="020F0502020204030204" pitchFamily="34" charset="0"/>
                <a:ea typeface="Calibri" panose="020F0502020204030204" pitchFamily="34" charset="0"/>
                <a:cs typeface="Calibri" panose="020F0502020204030204" pitchFamily="34" charset="0"/>
              </a:rPr>
              <a:t>The company is participating in top open source projects in automation industry.</a:t>
            </a:r>
          </a:p>
        </p:txBody>
      </p:sp>
      <p:pic>
        <p:nvPicPr>
          <p:cNvPr id="5" name="Picture 5"/>
          <p:cNvPicPr>
            <a:picLocks noChangeAspect="1"/>
          </p:cNvPicPr>
          <p:nvPr/>
        </p:nvPicPr>
        <p:blipFill>
          <a:blip r:embed="rId2">
            <a:lum/>
          </a:blip>
          <a:srcRect/>
          <a:stretch>
            <a:fillRect/>
          </a:stretch>
        </p:blipFill>
        <p:spPr bwMode="white">
          <a:xfrm>
            <a:off x="6345680" y="3030197"/>
            <a:ext cx="4628452" cy="2439796"/>
          </a:xfrm>
          <a:prstGeom prst="rect">
            <a:avLst/>
          </a:prstGeom>
          <a:ln>
            <a:headEnd type="none"/>
            <a:tailEnd type="none"/>
          </a:ln>
        </p:spPr>
      </p:pic>
      <p:sp>
        <p:nvSpPr>
          <p:cNvPr id="6" name="Explosion16"/>
          <p:cNvSpPr>
            <a:spLocks/>
          </p:cNvSpPr>
          <p:nvPr/>
        </p:nvSpPr>
        <p:spPr bwMode="white">
          <a:xfrm>
            <a:off x="621249" y="5469485"/>
            <a:ext cx="1322107" cy="1022592"/>
          </a:xfrm>
          <a:prstGeom prst="irregularSeal1">
            <a:avLst/>
          </a:prstGeom>
          <a:noFill/>
          <a:ln>
            <a:headEnd type="none"/>
            <a:tailEnd type="none"/>
          </a:ln>
        </p:spPr>
        <p:style>
          <a:lnRef idx="2">
            <a:schemeClr val="accent1">
              <a:shade val="50000"/>
            </a:schemeClr>
          </a:lnRef>
          <a:fillRef idx="1">
            <a:schemeClr val="accent1"/>
          </a:fillRef>
          <a:effectRef idx="0">
            <a:schemeClr val="accent1"/>
          </a:effectRef>
          <a:fontRef idx="minor">
            <a:schemeClr val="tx1"/>
          </a:fontRef>
        </p:style>
        <p:txBody>
          <a:bodyPr wrap="square"/>
          <a:lstStyle/>
          <a:p>
            <a:pPr algn="ctr" defTabSz="914126"/>
            <a:r>
              <a:rPr sz="1799" dirty="0"/>
              <a:t>IMN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703904" y="293425"/>
            <a:ext cx="7276729" cy="905020"/>
          </a:xfrm>
          <a:ln>
            <a:headEnd type="none"/>
            <a:tailEnd type="none"/>
          </a:ln>
        </p:spPr>
        <p:txBody>
          <a:bodyPr wrap="square"/>
          <a:lstStyle/>
          <a:p>
            <a:r>
              <a:rPr lang="en-US" sz="3999" dirty="0">
                <a:latin typeface="Times New Roman" panose="02020603050405020304" pitchFamily="18" charset="0"/>
                <a:ea typeface="Helvetica CE 35 Thin"/>
                <a:cs typeface="Times New Roman" panose="02020603050405020304" pitchFamily="18" charset="0"/>
              </a:rPr>
              <a:t>Product Overview</a:t>
            </a:r>
            <a:endParaRPr sz="3999" dirty="0">
              <a:latin typeface="Times New Roman" panose="02020603050405020304" pitchFamily="18" charset="0"/>
              <a:ea typeface="Helvetica CE 35 Thin"/>
              <a:cs typeface="Times New Roman" panose="02020603050405020304" pitchFamily="18" charset="0"/>
            </a:endParaRPr>
          </a:p>
        </p:txBody>
      </p:sp>
      <p:sp>
        <p:nvSpPr>
          <p:cNvPr id="3" name="Text Placeholder 2"/>
          <p:cNvSpPr>
            <a:spLocks noGrp="1"/>
          </p:cNvSpPr>
          <p:nvPr>
            <p:ph type="body" idx="1"/>
          </p:nvPr>
        </p:nvSpPr>
        <p:spPr bwMode="white">
          <a:xfrm>
            <a:off x="1106135" y="1518402"/>
            <a:ext cx="9214752" cy="4506818"/>
          </a:xfrm>
          <a:ln>
            <a:headEnd type="none"/>
            <a:tailEnd type="none"/>
          </a:ln>
        </p:spPr>
        <p:txBody>
          <a:bodyPr wrap="square">
            <a:normAutofit/>
          </a:bodyPr>
          <a:lstStyle/>
          <a:p>
            <a:pPr marL="285664" indent="-285664">
              <a:buFont typeface="Arial"/>
              <a:buChar char="•"/>
            </a:pPr>
            <a:r>
              <a:rPr lang="en-US" sz="1799" dirty="0">
                <a:solidFill>
                  <a:srgbClr val="000000"/>
                </a:solidFill>
                <a:latin typeface="Calibri" panose="020F0502020204030204" pitchFamily="34" charset="0"/>
                <a:ea typeface="Calibri" panose="020F0502020204030204" pitchFamily="34" charset="0"/>
                <a:cs typeface="Calibri" panose="020F0502020204030204" pitchFamily="34" charset="0"/>
              </a:rPr>
              <a:t>Adventure Works Cycles, the fictitious company on which the Adventure Works sample databases are based, is a large, multinational manufacturing company. </a:t>
            </a:r>
          </a:p>
          <a:p>
            <a:pPr marL="285664" indent="-285664">
              <a:buFont typeface="Arial"/>
              <a:buChar char="•"/>
            </a:pPr>
            <a:r>
              <a:rPr lang="en-US" sz="1799" dirty="0">
                <a:solidFill>
                  <a:srgbClr val="000000"/>
                </a:solidFill>
                <a:latin typeface="Calibri" panose="020F0502020204030204" pitchFamily="34" charset="0"/>
                <a:ea typeface="Calibri" panose="020F0502020204030204" pitchFamily="34" charset="0"/>
                <a:cs typeface="Calibri" panose="020F0502020204030204" pitchFamily="34" charset="0"/>
              </a:rPr>
              <a:t>The company manufactures and sells metal and composite bicycles to North American, European and Asian commercial markets. While its base operation is located in Bothell, Washington with 290 employees, several regional sales teams are located throughout their market base.</a:t>
            </a:r>
          </a:p>
          <a:p>
            <a:pPr marL="285664" indent="-285664">
              <a:buFont typeface="Arial"/>
              <a:buChar char="•"/>
            </a:pPr>
            <a:r>
              <a:rPr lang="en-US" sz="1799" dirty="0">
                <a:solidFill>
                  <a:srgbClr val="000000"/>
                </a:solidFill>
                <a:latin typeface="Calibri" panose="020F0502020204030204" pitchFamily="34" charset="0"/>
                <a:ea typeface="Calibri" panose="020F0502020204030204" pitchFamily="34" charset="0"/>
                <a:cs typeface="Calibri" panose="020F0502020204030204" pitchFamily="34" charset="0"/>
              </a:rPr>
              <a:t>In 2000, Adventure Works Cycles bought a small manufacturing plant, Importadores Neptuno, located in Mexico. Importadores Neptuno manufactures several critical subcomponents for the Adventure Works Cycles production line. </a:t>
            </a:r>
          </a:p>
          <a:p>
            <a:pPr marL="285664" indent="-285664">
              <a:buFont typeface="Arial"/>
              <a:buChar char="•"/>
            </a:pPr>
            <a:r>
              <a:rPr lang="en-US" sz="1799" dirty="0">
                <a:solidFill>
                  <a:srgbClr val="000000"/>
                </a:solidFill>
                <a:latin typeface="Calibri" panose="020F0502020204030204" pitchFamily="34" charset="0"/>
                <a:ea typeface="Calibri" panose="020F0502020204030204" pitchFamily="34" charset="0"/>
                <a:cs typeface="Calibri" panose="020F0502020204030204" pitchFamily="34" charset="0"/>
              </a:rPr>
              <a:t>These subcomponents are shipped to the Bothell location for final product assembly. In 2001, Importadores Neptuno, became the sole manufacturer and distributor of the touring bicycle productivity group.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1069569" y="893"/>
            <a:ext cx="10055781" cy="1608925"/>
          </a:xfrm>
          <a:ln>
            <a:headEnd type="none"/>
            <a:tailEnd type="none"/>
          </a:ln>
        </p:spPr>
        <p:txBody>
          <a:bodyPr wrap="square"/>
          <a:lstStyle/>
          <a:p>
            <a:pPr algn="ctr"/>
            <a:r>
              <a:rPr sz="2799" b="1" cap="all" dirty="0">
                <a:latin typeface="Times New Roman" panose="02020603050405020304" pitchFamily="18" charset="0"/>
                <a:cs typeface="Times New Roman" panose="02020603050405020304" pitchFamily="18" charset="0"/>
              </a:rPr>
              <a:t>Target </a:t>
            </a:r>
            <a:r>
              <a:rPr sz="1799" dirty="0">
                <a:latin typeface="Times New Roman" panose="02020603050405020304" pitchFamily="18" charset="0"/>
                <a:cs typeface="Times New Roman" panose="02020603050405020304" pitchFamily="18" charset="0"/>
              </a:rPr>
              <a:t>Vs </a:t>
            </a:r>
            <a:r>
              <a:rPr sz="2799" b="1" dirty="0">
                <a:latin typeface="Times New Roman" panose="02020603050405020304" pitchFamily="18" charset="0"/>
                <a:cs typeface="Times New Roman" panose="02020603050405020304" pitchFamily="18" charset="0"/>
              </a:rPr>
              <a:t>PERFORMANCE</a:t>
            </a:r>
          </a:p>
        </p:txBody>
      </p:sp>
      <p:graphicFrame>
        <p:nvGraphicFramePr>
          <p:cNvPr id="3" name="Table 3"/>
          <p:cNvGraphicFramePr/>
          <p:nvPr>
            <p:extLst>
              <p:ext uri="{D42A27DB-BD31-4B8C-83A1-F6EECF244321}">
                <p14:modId xmlns:p14="http://schemas.microsoft.com/office/powerpoint/2010/main" val="2837256737"/>
              </p:ext>
            </p:extLst>
          </p:nvPr>
        </p:nvGraphicFramePr>
        <p:xfrm>
          <a:off x="786179" y="1216729"/>
          <a:ext cx="10855674" cy="4928836"/>
        </p:xfrm>
        <a:graphic>
          <a:graphicData uri="http://schemas.openxmlformats.org/drawingml/2006/table">
            <a:tbl>
              <a:tblPr firstRow="1" bandRow="1">
                <a:tableStyleId>{93296810-A885-4BE3-A3E7-6D5BEEA58F35}</a:tableStyleId>
              </a:tblPr>
              <a:tblGrid>
                <a:gridCol w="1206186">
                  <a:extLst>
                    <a:ext uri="{9D8B030D-6E8A-4147-A177-3AD203B41FA5}">
                      <a16:colId xmlns:a16="http://schemas.microsoft.com/office/drawing/2014/main" val="20000"/>
                    </a:ext>
                  </a:extLst>
                </a:gridCol>
                <a:gridCol w="1206186">
                  <a:extLst>
                    <a:ext uri="{9D8B030D-6E8A-4147-A177-3AD203B41FA5}">
                      <a16:colId xmlns:a16="http://schemas.microsoft.com/office/drawing/2014/main" val="20001"/>
                    </a:ext>
                  </a:extLst>
                </a:gridCol>
                <a:gridCol w="1206186">
                  <a:extLst>
                    <a:ext uri="{9D8B030D-6E8A-4147-A177-3AD203B41FA5}">
                      <a16:colId xmlns:a16="http://schemas.microsoft.com/office/drawing/2014/main" val="20002"/>
                    </a:ext>
                  </a:extLst>
                </a:gridCol>
                <a:gridCol w="1206186">
                  <a:extLst>
                    <a:ext uri="{9D8B030D-6E8A-4147-A177-3AD203B41FA5}">
                      <a16:colId xmlns:a16="http://schemas.microsoft.com/office/drawing/2014/main" val="20003"/>
                    </a:ext>
                  </a:extLst>
                </a:gridCol>
                <a:gridCol w="1206186">
                  <a:extLst>
                    <a:ext uri="{9D8B030D-6E8A-4147-A177-3AD203B41FA5}">
                      <a16:colId xmlns:a16="http://schemas.microsoft.com/office/drawing/2014/main" val="20004"/>
                    </a:ext>
                  </a:extLst>
                </a:gridCol>
                <a:gridCol w="1206186">
                  <a:extLst>
                    <a:ext uri="{9D8B030D-6E8A-4147-A177-3AD203B41FA5}">
                      <a16:colId xmlns:a16="http://schemas.microsoft.com/office/drawing/2014/main" val="20005"/>
                    </a:ext>
                  </a:extLst>
                </a:gridCol>
                <a:gridCol w="1206186">
                  <a:extLst>
                    <a:ext uri="{9D8B030D-6E8A-4147-A177-3AD203B41FA5}">
                      <a16:colId xmlns:a16="http://schemas.microsoft.com/office/drawing/2014/main" val="20006"/>
                    </a:ext>
                  </a:extLst>
                </a:gridCol>
                <a:gridCol w="1206186">
                  <a:extLst>
                    <a:ext uri="{9D8B030D-6E8A-4147-A177-3AD203B41FA5}">
                      <a16:colId xmlns:a16="http://schemas.microsoft.com/office/drawing/2014/main" val="20007"/>
                    </a:ext>
                  </a:extLst>
                </a:gridCol>
                <a:gridCol w="1206186">
                  <a:extLst>
                    <a:ext uri="{9D8B030D-6E8A-4147-A177-3AD203B41FA5}">
                      <a16:colId xmlns:a16="http://schemas.microsoft.com/office/drawing/2014/main" val="20008"/>
                    </a:ext>
                  </a:extLst>
                </a:gridCol>
              </a:tblGrid>
              <a:tr h="968548">
                <a:tc>
                  <a:txBody>
                    <a:bodyPr/>
                    <a:lstStyle/>
                    <a:p>
                      <a:pPr algn="ctr" defTabSz="914400"/>
                      <a:r>
                        <a:rPr sz="1400" b="1" dirty="0">
                          <a:latin typeface="Calibri" panose="020F0502020204030204" pitchFamily="34" charset="0"/>
                          <a:ea typeface="Calibri" panose="020F0502020204030204" pitchFamily="34" charset="0"/>
                          <a:cs typeface="Calibri" panose="020F0502020204030204" pitchFamily="34" charset="0"/>
                        </a:rPr>
                        <a:t>Month</a:t>
                      </a:r>
                    </a:p>
                  </a:txBody>
                  <a:tcPr marL="91416" marR="91416" marT="45708" marB="45708" anchor="ctr" horzOverflow="overflow"/>
                </a:tc>
                <a:tc>
                  <a:txBody>
                    <a:bodyPr/>
                    <a:lstStyle/>
                    <a:p>
                      <a:pPr algn="ctr" defTabSz="914400"/>
                      <a:r>
                        <a:rPr sz="1400" b="1" dirty="0">
                          <a:latin typeface="Calibri" panose="020F0502020204030204" pitchFamily="34" charset="0"/>
                          <a:ea typeface="Calibri" panose="020F0502020204030204" pitchFamily="34" charset="0"/>
                          <a:cs typeface="Calibri" panose="020F0502020204030204" pitchFamily="34" charset="0"/>
                        </a:rPr>
                        <a:t>Product A</a:t>
                      </a:r>
                    </a:p>
                  </a:txBody>
                  <a:tcPr marL="91416" marR="91416" marT="45708" marB="45708" anchor="ctr" horzOverflow="overflow"/>
                </a:tc>
                <a:tc>
                  <a:txBody>
                    <a:bodyPr/>
                    <a:lstStyle/>
                    <a:p>
                      <a:pPr algn="ctr" defTabSz="914400"/>
                      <a:r>
                        <a:rPr sz="1400" b="1" dirty="0">
                          <a:latin typeface="Calibri" panose="020F0502020204030204" pitchFamily="34" charset="0"/>
                          <a:ea typeface="Calibri" panose="020F0502020204030204" pitchFamily="34" charset="0"/>
                          <a:cs typeface="Calibri" panose="020F0502020204030204" pitchFamily="34" charset="0"/>
                        </a:rPr>
                        <a:t>Product B</a:t>
                      </a:r>
                    </a:p>
                  </a:txBody>
                  <a:tcPr marL="91416" marR="91416" marT="45708" marB="45708" anchor="ctr" horzOverflow="overflow"/>
                </a:tc>
                <a:tc>
                  <a:txBody>
                    <a:bodyPr/>
                    <a:lstStyle/>
                    <a:p>
                      <a:pPr algn="ctr" defTabSz="914400"/>
                      <a:r>
                        <a:rPr sz="1400" b="1" dirty="0">
                          <a:latin typeface="Calibri" panose="020F0502020204030204" pitchFamily="34" charset="0"/>
                          <a:ea typeface="Calibri" panose="020F0502020204030204" pitchFamily="34" charset="0"/>
                          <a:cs typeface="Calibri" panose="020F0502020204030204" pitchFamily="34" charset="0"/>
                        </a:rPr>
                        <a:t>Product C</a:t>
                      </a:r>
                    </a:p>
                  </a:txBody>
                  <a:tcPr marL="91416" marR="91416" marT="45708" marB="45708" anchor="ctr" horzOverflow="overflow"/>
                </a:tc>
                <a:tc>
                  <a:txBody>
                    <a:bodyPr/>
                    <a:lstStyle/>
                    <a:p>
                      <a:pPr algn="ctr" defTabSz="914400"/>
                      <a:r>
                        <a:rPr sz="1400" b="1" dirty="0">
                          <a:latin typeface="Calibri" panose="020F0502020204030204" pitchFamily="34" charset="0"/>
                          <a:ea typeface="Calibri" panose="020F0502020204030204" pitchFamily="34" charset="0"/>
                          <a:cs typeface="Calibri" panose="020F0502020204030204" pitchFamily="34" charset="0"/>
                        </a:rPr>
                        <a:t>Product D</a:t>
                      </a:r>
                    </a:p>
                  </a:txBody>
                  <a:tcPr marL="91416" marR="91416" marT="45708" marB="45708" anchor="ctr" horzOverflow="overflow"/>
                </a:tc>
                <a:tc>
                  <a:txBody>
                    <a:bodyPr/>
                    <a:lstStyle/>
                    <a:p>
                      <a:pPr algn="ctr" defTabSz="914400"/>
                      <a:r>
                        <a:rPr sz="1400" b="1" dirty="0">
                          <a:latin typeface="Calibri" panose="020F0502020204030204" pitchFamily="34" charset="0"/>
                          <a:ea typeface="Calibri" panose="020F0502020204030204" pitchFamily="34" charset="0"/>
                          <a:cs typeface="Calibri" panose="020F0502020204030204" pitchFamily="34" charset="0"/>
                        </a:rPr>
                        <a:t>Product E</a:t>
                      </a:r>
                    </a:p>
                  </a:txBody>
                  <a:tcPr marL="91416" marR="91416" marT="45708" marB="45708" anchor="ctr" horzOverflow="overflow"/>
                </a:tc>
                <a:tc>
                  <a:txBody>
                    <a:bodyPr/>
                    <a:lstStyle/>
                    <a:p>
                      <a:pPr algn="ctr" defTabSz="914400"/>
                      <a:r>
                        <a:rPr sz="1400" b="1" dirty="0">
                          <a:latin typeface="Calibri" panose="020F0502020204030204" pitchFamily="34" charset="0"/>
                          <a:ea typeface="Calibri" panose="020F0502020204030204" pitchFamily="34" charset="0"/>
                          <a:cs typeface="Calibri" panose="020F0502020204030204" pitchFamily="34" charset="0"/>
                        </a:rPr>
                        <a:t>Product F</a:t>
                      </a:r>
                    </a:p>
                  </a:txBody>
                  <a:tcPr marL="91416" marR="91416" marT="45708" marB="45708" anchor="ctr" horzOverflow="overflow"/>
                </a:tc>
                <a:tc>
                  <a:txBody>
                    <a:bodyPr/>
                    <a:lstStyle/>
                    <a:p>
                      <a:pPr algn="ctr" defTabSz="914400"/>
                      <a:r>
                        <a:rPr sz="1400" b="1" dirty="0">
                          <a:latin typeface="Calibri" panose="020F0502020204030204" pitchFamily="34" charset="0"/>
                          <a:ea typeface="Calibri" panose="020F0502020204030204" pitchFamily="34" charset="0"/>
                          <a:cs typeface="Calibri" panose="020F0502020204030204" pitchFamily="34" charset="0"/>
                        </a:rPr>
                        <a:t>Average</a:t>
                      </a:r>
                    </a:p>
                  </a:txBody>
                  <a:tcPr marL="91416" marR="91416" marT="45708" marB="45708" anchor="ctr" horzOverflow="overflow"/>
                </a:tc>
                <a:tc>
                  <a:txBody>
                    <a:bodyPr/>
                    <a:lstStyle/>
                    <a:p>
                      <a:pPr algn="ctr" defTabSz="914400"/>
                      <a:r>
                        <a:rPr sz="1400" b="1" dirty="0">
                          <a:latin typeface="Calibri" panose="020F0502020204030204" pitchFamily="34" charset="0"/>
                          <a:ea typeface="Calibri" panose="020F0502020204030204" pitchFamily="34" charset="0"/>
                          <a:cs typeface="Calibri" panose="020F0502020204030204" pitchFamily="34" charset="0"/>
                        </a:rPr>
                        <a:t>Target</a:t>
                      </a:r>
                    </a:p>
                  </a:txBody>
                  <a:tcPr marL="91416" marR="91416" marT="45708" marB="45708" anchor="ctr" horzOverflow="overflow"/>
                </a:tc>
                <a:extLst>
                  <a:ext uri="{0D108BD9-81ED-4DB2-BD59-A6C34878D82A}">
                    <a16:rowId xmlns:a16="http://schemas.microsoft.com/office/drawing/2014/main" val="10000"/>
                  </a:ext>
                </a:extLst>
              </a:tr>
              <a:tr h="440032">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Jan</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20000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4200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8000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12000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4700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15000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10650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35000</a:t>
                      </a:r>
                    </a:p>
                  </a:txBody>
                  <a:tcPr marL="91416" marR="91416" marT="45708" marB="45708" horzOverflow="overflow"/>
                </a:tc>
                <a:extLst>
                  <a:ext uri="{0D108BD9-81ED-4DB2-BD59-A6C34878D82A}">
                    <a16:rowId xmlns:a16="http://schemas.microsoft.com/office/drawing/2014/main" val="10001"/>
                  </a:ext>
                </a:extLst>
              </a:tr>
              <a:tr h="440032">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Feb</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8300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19000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21000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15230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7230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1800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12093</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18000</a:t>
                      </a:r>
                    </a:p>
                  </a:txBody>
                  <a:tcPr marL="91416" marR="91416" marT="45708" marB="45708" horzOverflow="overflow"/>
                </a:tc>
                <a:extLst>
                  <a:ext uri="{0D108BD9-81ED-4DB2-BD59-A6C34878D82A}">
                    <a16:rowId xmlns:a16="http://schemas.microsoft.com/office/drawing/2014/main" val="10002"/>
                  </a:ext>
                </a:extLst>
              </a:tr>
              <a:tr h="440032">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Mar</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4600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9000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7500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8000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30000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22000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13517</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13200</a:t>
                      </a:r>
                    </a:p>
                  </a:txBody>
                  <a:tcPr marL="91416" marR="91416" marT="45708" marB="45708" horzOverflow="overflow"/>
                </a:tc>
                <a:extLst>
                  <a:ext uri="{0D108BD9-81ED-4DB2-BD59-A6C34878D82A}">
                    <a16:rowId xmlns:a16="http://schemas.microsoft.com/office/drawing/2014/main" val="10003"/>
                  </a:ext>
                </a:extLst>
              </a:tr>
              <a:tr h="440032">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Apr</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3530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13430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3550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10670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27860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5414</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10742</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50000</a:t>
                      </a:r>
                    </a:p>
                  </a:txBody>
                  <a:tcPr marL="91416" marR="91416" marT="45708" marB="45708" horzOverflow="overflow"/>
                </a:tc>
                <a:extLst>
                  <a:ext uri="{0D108BD9-81ED-4DB2-BD59-A6C34878D82A}">
                    <a16:rowId xmlns:a16="http://schemas.microsoft.com/office/drawing/2014/main" val="10004"/>
                  </a:ext>
                </a:extLst>
              </a:tr>
              <a:tr h="440032">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May</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10293</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23760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10378</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24857</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12104</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21350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17124</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25460</a:t>
                      </a:r>
                    </a:p>
                  </a:txBody>
                  <a:tcPr marL="91416" marR="91416" marT="45708" marB="45708" horzOverflow="overflow"/>
                </a:tc>
                <a:extLst>
                  <a:ext uri="{0D108BD9-81ED-4DB2-BD59-A6C34878D82A}">
                    <a16:rowId xmlns:a16="http://schemas.microsoft.com/office/drawing/2014/main" val="10005"/>
                  </a:ext>
                </a:extLst>
              </a:tr>
              <a:tr h="440032">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Jun</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9070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8218</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23480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20492</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9103</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12300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13777</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21600</a:t>
                      </a:r>
                    </a:p>
                  </a:txBody>
                  <a:tcPr marL="91416" marR="91416" marT="45708" marB="45708" horzOverflow="overflow"/>
                </a:tc>
                <a:extLst>
                  <a:ext uri="{0D108BD9-81ED-4DB2-BD59-A6C34878D82A}">
                    <a16:rowId xmlns:a16="http://schemas.microsoft.com/office/drawing/2014/main" val="10006"/>
                  </a:ext>
                </a:extLst>
              </a:tr>
              <a:tr h="440032">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Jul</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23500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19230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87390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25030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28000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11890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32507</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37800</a:t>
                      </a:r>
                    </a:p>
                  </a:txBody>
                  <a:tcPr marL="91416" marR="91416" marT="45708" marB="45708" horzOverflow="overflow"/>
                </a:tc>
                <a:extLst>
                  <a:ext uri="{0D108BD9-81ED-4DB2-BD59-A6C34878D82A}">
                    <a16:rowId xmlns:a16="http://schemas.microsoft.com/office/drawing/2014/main" val="10007"/>
                  </a:ext>
                </a:extLst>
              </a:tr>
              <a:tr h="440032">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Aug</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39000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30301</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78356</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21121</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30443</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23230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37075</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40900</a:t>
                      </a:r>
                    </a:p>
                  </a:txBody>
                  <a:tcPr marL="91416" marR="91416" marT="45708" marB="45708" horzOverflow="overflow"/>
                </a:tc>
                <a:extLst>
                  <a:ext uri="{0D108BD9-81ED-4DB2-BD59-A6C34878D82A}">
                    <a16:rowId xmlns:a16="http://schemas.microsoft.com/office/drawing/2014/main" val="10008"/>
                  </a:ext>
                </a:extLst>
              </a:tr>
              <a:tr h="440032">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Sep</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14340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19403</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89024</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1230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12561</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29000</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27593</a:t>
                      </a:r>
                    </a:p>
                  </a:txBody>
                  <a:tcPr marL="91416" marR="91416" marT="45708" marB="45708" horzOverflow="overflow"/>
                </a:tc>
                <a:tc>
                  <a:txBody>
                    <a:bodyPr/>
                    <a:lstStyle/>
                    <a:p>
                      <a:pPr algn="l" defTabSz="914400"/>
                      <a:r>
                        <a:rPr sz="1400" dirty="0">
                          <a:latin typeface="Calibri" panose="020F0502020204030204" pitchFamily="34" charset="0"/>
                          <a:ea typeface="Calibri" panose="020F0502020204030204" pitchFamily="34" charset="0"/>
                          <a:cs typeface="Calibri" panose="020F0502020204030204" pitchFamily="34" charset="0"/>
                        </a:rPr>
                        <a:t>29800</a:t>
                      </a:r>
                    </a:p>
                  </a:txBody>
                  <a:tcPr marL="91416" marR="91416" marT="45708" marB="45708" horzOverflow="overflow"/>
                </a:tc>
                <a:extLst>
                  <a:ext uri="{0D108BD9-81ED-4DB2-BD59-A6C34878D82A}">
                    <a16:rowId xmlns:a16="http://schemas.microsoft.com/office/drawing/2014/main" val="10009"/>
                  </a:ext>
                </a:extLst>
              </a:tr>
            </a:tbl>
          </a:graphicData>
        </a:graphic>
      </p:graphicFrame>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a:gradFill>
      </a:fillStyleLst>
      <a:lnStyleLst>
        <a:ln w="6350" cap="flat">
          <a:solidFill>
            <a:schemeClr val="phClr"/>
          </a:solidFill>
          <a:prstDash val="solid"/>
          <a:miter/>
          <a:headEnd type="none"/>
          <a:tailEnd type="none"/>
        </a:ln>
        <a:ln w="12700" cap="flat">
          <a:solidFill>
            <a:schemeClr val="phClr"/>
          </a:solidFill>
          <a:prstDash val="solid"/>
          <a:miter/>
          <a:headEnd type="none"/>
          <a:tailEnd type="none"/>
        </a:ln>
        <a:ln w="19050" cap="flat">
          <a:solidFill>
            <a:schemeClr val="phClr"/>
          </a:solidFill>
          <a:prstDash val="solid"/>
          <a:miter/>
          <a:headEnd type="none"/>
          <a:tailEnd type="none"/>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a:gradFill>
      </a:bgFillStyleLst>
    </a:fmtScheme>
  </a:themeElements>
  <a:objectDefaults/>
  <a:extraClrSchemeLst/>
</a:theme>
</file>

<file path=ppt/theme/theme2.xml><?xml version="1.0" encoding="utf-8"?>
<a:theme xmlns:a="http://schemas.openxmlformats.org/drawingml/2006/main" name="Currency Symbols">
  <a:themeElements>
    <a:clrScheme name="Currency Symbols">
      <a:dk1>
        <a:srgbClr val="303030"/>
      </a:dk1>
      <a:lt1>
        <a:srgbClr val="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a:gradFill>
      </a:fillStyleLst>
      <a:lnStyleLst>
        <a:ln w="6350" cap="flat">
          <a:solidFill>
            <a:schemeClr val="phClr"/>
          </a:solidFill>
          <a:prstDash val="solid"/>
          <a:headEnd type="none"/>
          <a:tailEnd type="none"/>
        </a:ln>
        <a:ln w="12700" cap="flat">
          <a:solidFill>
            <a:schemeClr val="phClr"/>
          </a:solidFill>
          <a:prstDash val="solid"/>
          <a:headEnd type="none"/>
          <a:tailEnd type="none"/>
        </a:ln>
        <a:ln w="19050" cap="flat">
          <a:solidFill>
            <a:schemeClr val="phClr"/>
          </a:solidFill>
          <a:prstDash val="solid"/>
          <a:headEnd type="none"/>
          <a:tailEnd type="none"/>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a:gradFill>
      </a:bgFillStyleLst>
    </a:fmtScheme>
  </a:themeElements>
  <a:objectDefaults/>
  <a:extraClrSchemeLst/>
</a:theme>
</file>

<file path=ppt/theme/theme3.xml><?xml version="1.0" encoding="utf-8"?>
<a:theme xmlns:a="http://schemas.openxmlformats.org/drawingml/2006/main" name="Currency Symbols">
  <a:themeElements>
    <a:clrScheme name="Currency Symbols">
      <a:dk1>
        <a:srgbClr val="303030"/>
      </a:dk1>
      <a:lt1>
        <a:srgbClr val="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a:gradFill>
      </a:fillStyleLst>
      <a:lnStyleLst>
        <a:ln w="6350" cap="flat">
          <a:solidFill>
            <a:schemeClr val="phClr"/>
          </a:solidFill>
          <a:prstDash val="solid"/>
          <a:headEnd type="none"/>
          <a:tailEnd type="none"/>
        </a:ln>
        <a:ln w="12700" cap="flat">
          <a:solidFill>
            <a:schemeClr val="phClr"/>
          </a:solidFill>
          <a:prstDash val="solid"/>
          <a:headEnd type="none"/>
          <a:tailEnd type="none"/>
        </a:ln>
        <a:ln w="19050" cap="flat">
          <a:solidFill>
            <a:schemeClr val="phClr"/>
          </a:solidFill>
          <a:prstDash val="solid"/>
          <a:headEnd type="none"/>
          <a:tailEnd type="none"/>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59CF527E-FFB0-4DB9-A7A4-39065878EDA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12</TotalTime>
  <Pages>0</Pages>
  <Words>316</Words>
  <Characters>0</Characters>
  <Application>Microsoft Office PowerPoint</Application>
  <PresentationFormat>Custom</PresentationFormat>
  <Lines>0</Lines>
  <Paragraphs>101</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Calibri</vt:lpstr>
      <vt:lpstr>Calibri Light</vt:lpstr>
      <vt:lpstr>Cambria</vt:lpstr>
      <vt:lpstr>Times New Roman</vt:lpstr>
      <vt:lpstr>Office</vt:lpstr>
      <vt:lpstr>Company History</vt:lpstr>
      <vt:lpstr>Product Overview</vt:lpstr>
      <vt:lpstr>Target Vs PERFORMANCE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Essential Presentation</dc:title>
  <dc:creator/>
  <cp:lastModifiedBy>Karan Nagarathinam</cp:lastModifiedBy>
  <cp:revision>8</cp:revision>
  <dcterms:created xsi:type="dcterms:W3CDTF">2015-02-26T11:44:22Z</dcterms:created>
  <dcterms:modified xsi:type="dcterms:W3CDTF">2026-03-02T05:44:22Z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TC028952629991</vt:lpwstr>
  </property>
  <property fmtid="{D5CDD505-2E9C-101B-9397-08002B2CF9AE}" pid="3" name="PropertyA">
    <vt:lpwstr>@!123</vt:lpwstr>
  </property>
  <property fmtid="{D5CDD505-2E9C-101B-9397-08002B2CF9AE}" pid="4" name="PropertyB">
    <vt:lpwstr>B</vt:lpwstr>
  </property>
</Properties>
</file>