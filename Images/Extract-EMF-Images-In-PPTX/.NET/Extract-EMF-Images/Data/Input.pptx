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5D28E-55C7-D398-3E27-6D210A4C48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B6373B-9EE0-5E2B-8AD9-5041A24037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8EE289-1D59-F451-3049-9C27FD043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215B4-6BBE-1CD1-B3A8-C8BFC1CE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D808E-61E0-F810-9AEB-DC7E40628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889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A23EE-7F41-18F1-1F47-6BF6ACED7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6636A-ECD6-9F48-32D7-9243238A48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1FF0-4E17-60C8-6E0B-69EC16320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11D568-970C-EC53-AFB8-39144792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B3D66-9B92-6C29-C851-C12004E8A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5084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41C58-5D44-11EE-551C-7FCBF3B62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D6ED4-87B3-60E9-E4D3-39FD2CEE8D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5476E-993E-CD5C-382B-8CD94DE9D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AE90C1-5363-E7F0-4F0D-943C7AF58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752676-A915-832E-E3E0-15D031D4D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678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C809C-D906-5B0B-9601-A8E902C94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BEF603-88C2-42B8-28F5-BCE2F9A308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EEEE4B-F0CC-A416-A1D6-EA181DC7B8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65BFE5-18FF-FA2F-3823-F469A6B56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6432DC-90DF-E524-9B5D-C0777B09C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3F6321-074B-11FF-C91D-44EC5383C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915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2C77F-1E65-1DED-CBC2-8F1D22A9C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8B45F6-4780-4858-DD98-785F38D068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2F0AD-DECE-76FA-5E6F-9A9DFB308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15CC49-9542-3928-12E8-34D9CB3E55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B3A792-93DE-9AF5-EBB1-3F94432B67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9872DC-161C-AF40-DBE0-0B5119153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4A5A30-78D6-75C8-BCC7-F68DB8202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8A518F-9407-C607-D74A-CA5FEB9D9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61260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037C0-1E51-8B74-398B-662B3D27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E00627-B941-0999-7192-059FA9C81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5E694D-CAB8-E274-1F16-1F7662D06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BDBDE5-CC9B-8663-2B89-BF1461FF7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982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68BA03-C93E-B1D5-F543-E62459E0D3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E5C7A6-2786-3E2F-4986-CDE01CACD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DA2088-4BE0-B14F-5098-D442050BB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76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F39FC-D7A4-385A-B771-EF6937B3E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DF807B-D2B4-AB29-C6A8-003E021D8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F96D70-77E4-4BAB-50B8-3079C545FA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BDC909-FBD8-FF46-023D-4D6EC993C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BE591-9128-02E3-7722-001ED32CF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69AF33-CE9C-43AB-7A55-58A119518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98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2A516-DCC9-A1FB-4A88-4E8C1A668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477452-5D0E-BBF5-D120-D4F368F1A0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D67307-2C38-6131-7610-8F82EDE21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E9EF13-D720-E1B0-2B0D-B34E0291C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F3EC56-CC4C-A725-8E8E-D7E4B9397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1DBAA7-C034-7439-9CA6-C95C31A34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9214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93E05-2337-2E6D-A024-059337BB9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1D64B3-30F9-ED94-0554-D440DD868C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BA3FA-CF20-7AC3-C7B1-F683E757B4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4BDC1-2C48-2AF7-3C1B-8178C0766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AD403C-2B10-3E87-4084-86EDA2F0A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6531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A0104D-2BFE-6341-D616-B273C33F104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AE401D-0EB1-785F-3E95-DA0810E6D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03696D-3F89-427F-E650-AA6B81E1B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A38197-432A-CD90-A26C-7BEDB293A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EEB51E-0C0A-E144-C716-1A0BACE64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820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A2DAA4-F2FA-9E75-029E-F5362588A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B4E747-77D7-97CD-5519-DF8C248D39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35BF9-611F-DDF1-3BA4-878FA90D5F8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D755B5-FE1F-41B5-B6A6-227917FA140F}" type="datetimeFigureOut">
              <a:rPr lang="en-US" smtClean="0"/>
              <a:t>9/2/2025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DEA65-7778-092D-DD99-F9B113B2C5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27B048-8D9E-501B-D96D-5F669263B3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9D48DF-67A4-4A34-9F5A-D5DA102FC1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490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5BC462A-24E5-EC86-2E79-A9E58F234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225" y="2046492"/>
            <a:ext cx="1778015" cy="249640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CF55ECB-537F-B867-E768-8CF56217F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7357" y="1822163"/>
            <a:ext cx="2609523" cy="260952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FF0835-C646-06B2-6320-8772089C45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7609" y="640080"/>
            <a:ext cx="4346222" cy="43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369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Suresh Ganesan</dc:creator>
  <cp:lastModifiedBy>Suresh Ganesan</cp:lastModifiedBy>
  <cp:revision>5</cp:revision>
  <dcterms:created xsi:type="dcterms:W3CDTF">2025-09-02T15:34:25Z</dcterms:created>
  <dcterms:modified xsi:type="dcterms:W3CDTF">2025-09-02T17:55:12Z</dcterms:modified>
</cp:coreProperties>
</file>