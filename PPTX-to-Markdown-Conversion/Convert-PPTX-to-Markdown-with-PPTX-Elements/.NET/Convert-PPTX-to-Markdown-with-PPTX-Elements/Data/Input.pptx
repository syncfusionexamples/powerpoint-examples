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B6-4EBC-8034-49F025D2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B6-4EBC-8034-49F025D2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B6-4EBC-8034-49F025D2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57450831"/>
        <c:axId val="1475386031"/>
      </c:barChart>
      <c:catAx>
        <c:axId val="1557450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75386031"/>
        <c:crosses val="autoZero"/>
        <c:auto val="1"/>
        <c:lblAlgn val="ctr"/>
        <c:lblOffset val="100"/>
        <c:noMultiLvlLbl val="0"/>
      </c:catAx>
      <c:valAx>
        <c:axId val="1475386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450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21524C-32DA-4B80-BAA2-F05C6B6B1797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C6FA10E-7B06-4371-86DE-98AFE5790925}">
      <dgm:prSet phldrT="[Text]" phldr="0"/>
      <dgm:spPr/>
      <dgm:t>
        <a:bodyPr/>
        <a:lstStyle/>
        <a:p>
          <a:r>
            <a:rPr lang="en-US" dirty="0"/>
            <a:t>Data 1</a:t>
          </a:r>
        </a:p>
      </dgm:t>
    </dgm:pt>
    <dgm:pt modelId="{78B28F5D-23FD-4152-8EF1-F64B36F5DDBC}" type="parTrans" cxnId="{D30462D3-FB34-4F02-BA55-72D4E5593993}">
      <dgm:prSet/>
      <dgm:spPr/>
      <dgm:t>
        <a:bodyPr/>
        <a:lstStyle/>
        <a:p>
          <a:endParaRPr lang="en-US"/>
        </a:p>
      </dgm:t>
    </dgm:pt>
    <dgm:pt modelId="{4EE95BF3-67B5-418A-90CF-F0F66257F5BF}" type="sibTrans" cxnId="{D30462D3-FB34-4F02-BA55-72D4E5593993}">
      <dgm:prSet/>
      <dgm:spPr/>
      <dgm:t>
        <a:bodyPr/>
        <a:lstStyle/>
        <a:p>
          <a:endParaRPr lang="en-US"/>
        </a:p>
      </dgm:t>
    </dgm:pt>
    <dgm:pt modelId="{B4770C6D-08C7-49DB-B4BC-48124E26CE38}">
      <dgm:prSet phldrT="[Text]" phldr="0"/>
      <dgm:spPr/>
      <dgm:t>
        <a:bodyPr/>
        <a:lstStyle/>
        <a:p>
          <a:r>
            <a:rPr lang="en-US" dirty="0"/>
            <a:t>Data 2</a:t>
          </a:r>
        </a:p>
      </dgm:t>
    </dgm:pt>
    <dgm:pt modelId="{4CCC99D0-B268-4690-898D-79C0A119E8B9}" type="parTrans" cxnId="{948B97A1-E70F-44DF-BCA7-165CA73358E9}">
      <dgm:prSet/>
      <dgm:spPr/>
      <dgm:t>
        <a:bodyPr/>
        <a:lstStyle/>
        <a:p>
          <a:endParaRPr lang="en-US"/>
        </a:p>
      </dgm:t>
    </dgm:pt>
    <dgm:pt modelId="{FFBF0641-F612-478D-B4A7-A9BA5BD5FDD2}" type="sibTrans" cxnId="{948B97A1-E70F-44DF-BCA7-165CA73358E9}">
      <dgm:prSet/>
      <dgm:spPr/>
      <dgm:t>
        <a:bodyPr/>
        <a:lstStyle/>
        <a:p>
          <a:endParaRPr lang="en-US"/>
        </a:p>
      </dgm:t>
    </dgm:pt>
    <dgm:pt modelId="{E5D9E2B7-C7D9-49AE-A434-F9F277F61B0F}">
      <dgm:prSet phldrT="[Text]" phldr="0"/>
      <dgm:spPr/>
      <dgm:t>
        <a:bodyPr/>
        <a:lstStyle/>
        <a:p>
          <a:r>
            <a:rPr lang="en-US" dirty="0"/>
            <a:t>Data 3</a:t>
          </a:r>
        </a:p>
      </dgm:t>
    </dgm:pt>
    <dgm:pt modelId="{341FCDCC-3157-41E3-902F-B74CD9E618D4}" type="parTrans" cxnId="{84AEAA74-11C7-4F9D-AABD-DBE72A7C5FC2}">
      <dgm:prSet/>
      <dgm:spPr/>
      <dgm:t>
        <a:bodyPr/>
        <a:lstStyle/>
        <a:p>
          <a:endParaRPr lang="en-US"/>
        </a:p>
      </dgm:t>
    </dgm:pt>
    <dgm:pt modelId="{23A060CE-5C8C-4A7E-A35C-B655E7F7B160}" type="sibTrans" cxnId="{84AEAA74-11C7-4F9D-AABD-DBE72A7C5FC2}">
      <dgm:prSet/>
      <dgm:spPr/>
      <dgm:t>
        <a:bodyPr/>
        <a:lstStyle/>
        <a:p>
          <a:endParaRPr lang="en-US"/>
        </a:p>
      </dgm:t>
    </dgm:pt>
    <dgm:pt modelId="{41BEC171-6ED5-45C4-AB13-2A2D7225919B}">
      <dgm:prSet phldrT="[Text]" phldr="0"/>
      <dgm:spPr/>
      <dgm:t>
        <a:bodyPr/>
        <a:lstStyle/>
        <a:p>
          <a:r>
            <a:rPr lang="en-US" dirty="0"/>
            <a:t>Data 4</a:t>
          </a:r>
        </a:p>
      </dgm:t>
    </dgm:pt>
    <dgm:pt modelId="{ECE33B11-A671-45DF-8693-A87A8834EAC6}" type="parTrans" cxnId="{0095EE8E-CCDE-4FD4-9273-096F75DAFB05}">
      <dgm:prSet/>
      <dgm:spPr/>
      <dgm:t>
        <a:bodyPr/>
        <a:lstStyle/>
        <a:p>
          <a:endParaRPr lang="en-US"/>
        </a:p>
      </dgm:t>
    </dgm:pt>
    <dgm:pt modelId="{91D6D418-BB0D-4E1F-83C3-26402E858BDD}" type="sibTrans" cxnId="{0095EE8E-CCDE-4FD4-9273-096F75DAFB05}">
      <dgm:prSet/>
      <dgm:spPr/>
      <dgm:t>
        <a:bodyPr/>
        <a:lstStyle/>
        <a:p>
          <a:endParaRPr lang="en-US"/>
        </a:p>
      </dgm:t>
    </dgm:pt>
    <dgm:pt modelId="{E6E0AD27-C593-42A8-B8B9-6B35D9A70493}">
      <dgm:prSet phldrT="[Text]" phldr="0"/>
      <dgm:spPr/>
      <dgm:t>
        <a:bodyPr/>
        <a:lstStyle/>
        <a:p>
          <a:r>
            <a:rPr lang="en-US" dirty="0"/>
            <a:t>Data 5</a:t>
          </a:r>
        </a:p>
      </dgm:t>
    </dgm:pt>
    <dgm:pt modelId="{39F9B029-263D-431E-81F9-58021628E58B}" type="parTrans" cxnId="{7CD4FD07-7ABA-4490-9E14-DA7C24E6A436}">
      <dgm:prSet/>
      <dgm:spPr/>
      <dgm:t>
        <a:bodyPr/>
        <a:lstStyle/>
        <a:p>
          <a:endParaRPr lang="en-US"/>
        </a:p>
      </dgm:t>
    </dgm:pt>
    <dgm:pt modelId="{EDB084C2-0356-4641-B05C-29EC9EB36AAD}" type="sibTrans" cxnId="{7CD4FD07-7ABA-4490-9E14-DA7C24E6A436}">
      <dgm:prSet/>
      <dgm:spPr/>
      <dgm:t>
        <a:bodyPr/>
        <a:lstStyle/>
        <a:p>
          <a:endParaRPr lang="en-US"/>
        </a:p>
      </dgm:t>
    </dgm:pt>
    <dgm:pt modelId="{3C0E44AD-4E3B-4D20-BEC0-FFA2588F7270}" type="pres">
      <dgm:prSet presAssocID="{8421524C-32DA-4B80-BAA2-F05C6B6B1797}" presName="cycle" presStyleCnt="0">
        <dgm:presLayoutVars>
          <dgm:dir/>
          <dgm:resizeHandles val="exact"/>
        </dgm:presLayoutVars>
      </dgm:prSet>
      <dgm:spPr/>
    </dgm:pt>
    <dgm:pt modelId="{D7311F05-7564-41B6-AC79-6DDAC0550920}" type="pres">
      <dgm:prSet presAssocID="{AC6FA10E-7B06-4371-86DE-98AFE5790925}" presName="node" presStyleLbl="node1" presStyleIdx="0" presStyleCnt="5">
        <dgm:presLayoutVars>
          <dgm:bulletEnabled val="1"/>
        </dgm:presLayoutVars>
      </dgm:prSet>
      <dgm:spPr/>
    </dgm:pt>
    <dgm:pt modelId="{C50A9E3F-23B0-431C-A4AA-3088CD7BB054}" type="pres">
      <dgm:prSet presAssocID="{4EE95BF3-67B5-418A-90CF-F0F66257F5BF}" presName="sibTrans" presStyleLbl="sibTrans2D1" presStyleIdx="0" presStyleCnt="5"/>
      <dgm:spPr/>
    </dgm:pt>
    <dgm:pt modelId="{516E1C8C-9014-4047-9579-EE5FC27E7746}" type="pres">
      <dgm:prSet presAssocID="{4EE95BF3-67B5-418A-90CF-F0F66257F5BF}" presName="connectorText" presStyleLbl="sibTrans2D1" presStyleIdx="0" presStyleCnt="5"/>
      <dgm:spPr/>
    </dgm:pt>
    <dgm:pt modelId="{C2067854-36C2-47C7-B10B-FF0D8363458D}" type="pres">
      <dgm:prSet presAssocID="{B4770C6D-08C7-49DB-B4BC-48124E26CE38}" presName="node" presStyleLbl="node1" presStyleIdx="1" presStyleCnt="5">
        <dgm:presLayoutVars>
          <dgm:bulletEnabled val="1"/>
        </dgm:presLayoutVars>
      </dgm:prSet>
      <dgm:spPr/>
    </dgm:pt>
    <dgm:pt modelId="{6D09E5A8-AB34-423E-82B2-276EFFA651CF}" type="pres">
      <dgm:prSet presAssocID="{FFBF0641-F612-478D-B4A7-A9BA5BD5FDD2}" presName="sibTrans" presStyleLbl="sibTrans2D1" presStyleIdx="1" presStyleCnt="5"/>
      <dgm:spPr/>
    </dgm:pt>
    <dgm:pt modelId="{CC0D5FA0-E0C3-4BDC-961C-5D618664CFBC}" type="pres">
      <dgm:prSet presAssocID="{FFBF0641-F612-478D-B4A7-A9BA5BD5FDD2}" presName="connectorText" presStyleLbl="sibTrans2D1" presStyleIdx="1" presStyleCnt="5"/>
      <dgm:spPr/>
    </dgm:pt>
    <dgm:pt modelId="{64F4F244-D766-4820-99DB-9890B44481AB}" type="pres">
      <dgm:prSet presAssocID="{E5D9E2B7-C7D9-49AE-A434-F9F277F61B0F}" presName="node" presStyleLbl="node1" presStyleIdx="2" presStyleCnt="5">
        <dgm:presLayoutVars>
          <dgm:bulletEnabled val="1"/>
        </dgm:presLayoutVars>
      </dgm:prSet>
      <dgm:spPr/>
    </dgm:pt>
    <dgm:pt modelId="{F323B377-DBBC-4128-954B-6EC66AF32DFB}" type="pres">
      <dgm:prSet presAssocID="{23A060CE-5C8C-4A7E-A35C-B655E7F7B160}" presName="sibTrans" presStyleLbl="sibTrans2D1" presStyleIdx="2" presStyleCnt="5"/>
      <dgm:spPr/>
    </dgm:pt>
    <dgm:pt modelId="{9C3414E8-FDF7-4745-8BD5-6050ACCC78B0}" type="pres">
      <dgm:prSet presAssocID="{23A060CE-5C8C-4A7E-A35C-B655E7F7B160}" presName="connectorText" presStyleLbl="sibTrans2D1" presStyleIdx="2" presStyleCnt="5"/>
      <dgm:spPr/>
    </dgm:pt>
    <dgm:pt modelId="{1E953E8B-1391-439E-B0A0-B8AC79EF8055}" type="pres">
      <dgm:prSet presAssocID="{41BEC171-6ED5-45C4-AB13-2A2D7225919B}" presName="node" presStyleLbl="node1" presStyleIdx="3" presStyleCnt="5">
        <dgm:presLayoutVars>
          <dgm:bulletEnabled val="1"/>
        </dgm:presLayoutVars>
      </dgm:prSet>
      <dgm:spPr/>
    </dgm:pt>
    <dgm:pt modelId="{347AA138-4131-414A-85A3-60985B8BF486}" type="pres">
      <dgm:prSet presAssocID="{91D6D418-BB0D-4E1F-83C3-26402E858BDD}" presName="sibTrans" presStyleLbl="sibTrans2D1" presStyleIdx="3" presStyleCnt="5"/>
      <dgm:spPr/>
    </dgm:pt>
    <dgm:pt modelId="{3563395D-98EC-4215-ABA6-BD483B00D416}" type="pres">
      <dgm:prSet presAssocID="{91D6D418-BB0D-4E1F-83C3-26402E858BDD}" presName="connectorText" presStyleLbl="sibTrans2D1" presStyleIdx="3" presStyleCnt="5"/>
      <dgm:spPr/>
    </dgm:pt>
    <dgm:pt modelId="{B56B4A04-24D6-404F-8789-B9BCA94F5328}" type="pres">
      <dgm:prSet presAssocID="{E6E0AD27-C593-42A8-B8B9-6B35D9A70493}" presName="node" presStyleLbl="node1" presStyleIdx="4" presStyleCnt="5">
        <dgm:presLayoutVars>
          <dgm:bulletEnabled val="1"/>
        </dgm:presLayoutVars>
      </dgm:prSet>
      <dgm:spPr/>
    </dgm:pt>
    <dgm:pt modelId="{71054AE8-4B22-4E33-A4E1-845B6F7F0F93}" type="pres">
      <dgm:prSet presAssocID="{EDB084C2-0356-4641-B05C-29EC9EB36AAD}" presName="sibTrans" presStyleLbl="sibTrans2D1" presStyleIdx="4" presStyleCnt="5"/>
      <dgm:spPr/>
    </dgm:pt>
    <dgm:pt modelId="{E7979740-61B5-44ED-A085-295A3760DA87}" type="pres">
      <dgm:prSet presAssocID="{EDB084C2-0356-4641-B05C-29EC9EB36AAD}" presName="connectorText" presStyleLbl="sibTrans2D1" presStyleIdx="4" presStyleCnt="5"/>
      <dgm:spPr/>
    </dgm:pt>
  </dgm:ptLst>
  <dgm:cxnLst>
    <dgm:cxn modelId="{DF10D200-65BD-4BA0-8363-8C325D2B1C2D}" type="presOf" srcId="{E5D9E2B7-C7D9-49AE-A434-F9F277F61B0F}" destId="{64F4F244-D766-4820-99DB-9890B44481AB}" srcOrd="0" destOrd="0" presId="urn:microsoft.com/office/officeart/2005/8/layout/cycle2"/>
    <dgm:cxn modelId="{7CD4FD07-7ABA-4490-9E14-DA7C24E6A436}" srcId="{8421524C-32DA-4B80-BAA2-F05C6B6B1797}" destId="{E6E0AD27-C593-42A8-B8B9-6B35D9A70493}" srcOrd="4" destOrd="0" parTransId="{39F9B029-263D-431E-81F9-58021628E58B}" sibTransId="{EDB084C2-0356-4641-B05C-29EC9EB36AAD}"/>
    <dgm:cxn modelId="{9E2CD123-5EA6-4A97-93E9-73D1BC984E5A}" type="presOf" srcId="{AC6FA10E-7B06-4371-86DE-98AFE5790925}" destId="{D7311F05-7564-41B6-AC79-6DDAC0550920}" srcOrd="0" destOrd="0" presId="urn:microsoft.com/office/officeart/2005/8/layout/cycle2"/>
    <dgm:cxn modelId="{B3A4782A-96EE-4C87-891E-22615E8C5AB7}" type="presOf" srcId="{B4770C6D-08C7-49DB-B4BC-48124E26CE38}" destId="{C2067854-36C2-47C7-B10B-FF0D8363458D}" srcOrd="0" destOrd="0" presId="urn:microsoft.com/office/officeart/2005/8/layout/cycle2"/>
    <dgm:cxn modelId="{6588EF35-6A97-44C3-8DD0-4362D4C2DABC}" type="presOf" srcId="{E6E0AD27-C593-42A8-B8B9-6B35D9A70493}" destId="{B56B4A04-24D6-404F-8789-B9BCA94F5328}" srcOrd="0" destOrd="0" presId="urn:microsoft.com/office/officeart/2005/8/layout/cycle2"/>
    <dgm:cxn modelId="{70995B60-484D-46AD-A6F3-9B8988C37F23}" type="presOf" srcId="{EDB084C2-0356-4641-B05C-29EC9EB36AAD}" destId="{71054AE8-4B22-4E33-A4E1-845B6F7F0F93}" srcOrd="0" destOrd="0" presId="urn:microsoft.com/office/officeart/2005/8/layout/cycle2"/>
    <dgm:cxn modelId="{C6593646-6EC8-4732-B0FE-DD78E99DB2F1}" type="presOf" srcId="{4EE95BF3-67B5-418A-90CF-F0F66257F5BF}" destId="{516E1C8C-9014-4047-9579-EE5FC27E7746}" srcOrd="1" destOrd="0" presId="urn:microsoft.com/office/officeart/2005/8/layout/cycle2"/>
    <dgm:cxn modelId="{15783752-5C02-4DE9-B7C2-CE1AAD19FEFC}" type="presOf" srcId="{23A060CE-5C8C-4A7E-A35C-B655E7F7B160}" destId="{9C3414E8-FDF7-4745-8BD5-6050ACCC78B0}" srcOrd="1" destOrd="0" presId="urn:microsoft.com/office/officeart/2005/8/layout/cycle2"/>
    <dgm:cxn modelId="{84AEAA74-11C7-4F9D-AABD-DBE72A7C5FC2}" srcId="{8421524C-32DA-4B80-BAA2-F05C6B6B1797}" destId="{E5D9E2B7-C7D9-49AE-A434-F9F277F61B0F}" srcOrd="2" destOrd="0" parTransId="{341FCDCC-3157-41E3-902F-B74CD9E618D4}" sibTransId="{23A060CE-5C8C-4A7E-A35C-B655E7F7B160}"/>
    <dgm:cxn modelId="{3E606C7F-F325-4EFC-BA4F-B63D11966746}" type="presOf" srcId="{41BEC171-6ED5-45C4-AB13-2A2D7225919B}" destId="{1E953E8B-1391-439E-B0A0-B8AC79EF8055}" srcOrd="0" destOrd="0" presId="urn:microsoft.com/office/officeart/2005/8/layout/cycle2"/>
    <dgm:cxn modelId="{36C0248C-1144-49EB-8B83-6658079E7401}" type="presOf" srcId="{EDB084C2-0356-4641-B05C-29EC9EB36AAD}" destId="{E7979740-61B5-44ED-A085-295A3760DA87}" srcOrd="1" destOrd="0" presId="urn:microsoft.com/office/officeart/2005/8/layout/cycle2"/>
    <dgm:cxn modelId="{0095EE8E-CCDE-4FD4-9273-096F75DAFB05}" srcId="{8421524C-32DA-4B80-BAA2-F05C6B6B1797}" destId="{41BEC171-6ED5-45C4-AB13-2A2D7225919B}" srcOrd="3" destOrd="0" parTransId="{ECE33B11-A671-45DF-8693-A87A8834EAC6}" sibTransId="{91D6D418-BB0D-4E1F-83C3-26402E858BDD}"/>
    <dgm:cxn modelId="{6B784C96-C88E-4C26-881B-071C3BD69BA5}" type="presOf" srcId="{8421524C-32DA-4B80-BAA2-F05C6B6B1797}" destId="{3C0E44AD-4E3B-4D20-BEC0-FFA2588F7270}" srcOrd="0" destOrd="0" presId="urn:microsoft.com/office/officeart/2005/8/layout/cycle2"/>
    <dgm:cxn modelId="{948B97A1-E70F-44DF-BCA7-165CA73358E9}" srcId="{8421524C-32DA-4B80-BAA2-F05C6B6B1797}" destId="{B4770C6D-08C7-49DB-B4BC-48124E26CE38}" srcOrd="1" destOrd="0" parTransId="{4CCC99D0-B268-4690-898D-79C0A119E8B9}" sibTransId="{FFBF0641-F612-478D-B4A7-A9BA5BD5FDD2}"/>
    <dgm:cxn modelId="{38744BA8-B0EE-4308-9DA0-5F7728D7155D}" type="presOf" srcId="{23A060CE-5C8C-4A7E-A35C-B655E7F7B160}" destId="{F323B377-DBBC-4128-954B-6EC66AF32DFB}" srcOrd="0" destOrd="0" presId="urn:microsoft.com/office/officeart/2005/8/layout/cycle2"/>
    <dgm:cxn modelId="{3C533CAD-65EA-4790-95EE-24128EE3CFF8}" type="presOf" srcId="{91D6D418-BB0D-4E1F-83C3-26402E858BDD}" destId="{3563395D-98EC-4215-ABA6-BD483B00D416}" srcOrd="1" destOrd="0" presId="urn:microsoft.com/office/officeart/2005/8/layout/cycle2"/>
    <dgm:cxn modelId="{CEAB7AB2-DDB8-462B-9348-4C1AFD444A45}" type="presOf" srcId="{4EE95BF3-67B5-418A-90CF-F0F66257F5BF}" destId="{C50A9E3F-23B0-431C-A4AA-3088CD7BB054}" srcOrd="0" destOrd="0" presId="urn:microsoft.com/office/officeart/2005/8/layout/cycle2"/>
    <dgm:cxn modelId="{18FB7ABB-F23D-41D3-8081-555342D473E7}" type="presOf" srcId="{FFBF0641-F612-478D-B4A7-A9BA5BD5FDD2}" destId="{CC0D5FA0-E0C3-4BDC-961C-5D618664CFBC}" srcOrd="1" destOrd="0" presId="urn:microsoft.com/office/officeart/2005/8/layout/cycle2"/>
    <dgm:cxn modelId="{ACDFFBC7-4E3C-4A0C-9971-44631B8E6043}" type="presOf" srcId="{91D6D418-BB0D-4E1F-83C3-26402E858BDD}" destId="{347AA138-4131-414A-85A3-60985B8BF486}" srcOrd="0" destOrd="0" presId="urn:microsoft.com/office/officeart/2005/8/layout/cycle2"/>
    <dgm:cxn modelId="{D30462D3-FB34-4F02-BA55-72D4E5593993}" srcId="{8421524C-32DA-4B80-BAA2-F05C6B6B1797}" destId="{AC6FA10E-7B06-4371-86DE-98AFE5790925}" srcOrd="0" destOrd="0" parTransId="{78B28F5D-23FD-4152-8EF1-F64B36F5DDBC}" sibTransId="{4EE95BF3-67B5-418A-90CF-F0F66257F5BF}"/>
    <dgm:cxn modelId="{7568A0ED-6CF6-4A32-8248-29C997F4E258}" type="presOf" srcId="{FFBF0641-F612-478D-B4A7-A9BA5BD5FDD2}" destId="{6D09E5A8-AB34-423E-82B2-276EFFA651CF}" srcOrd="0" destOrd="0" presId="urn:microsoft.com/office/officeart/2005/8/layout/cycle2"/>
    <dgm:cxn modelId="{1CDDCB10-5CBE-4B1F-9443-12D4FDD7CF4E}" type="presParOf" srcId="{3C0E44AD-4E3B-4D20-BEC0-FFA2588F7270}" destId="{D7311F05-7564-41B6-AC79-6DDAC0550920}" srcOrd="0" destOrd="0" presId="urn:microsoft.com/office/officeart/2005/8/layout/cycle2"/>
    <dgm:cxn modelId="{9952E4EE-3E52-4409-84D3-AD3CFFE81A69}" type="presParOf" srcId="{3C0E44AD-4E3B-4D20-BEC0-FFA2588F7270}" destId="{C50A9E3F-23B0-431C-A4AA-3088CD7BB054}" srcOrd="1" destOrd="0" presId="urn:microsoft.com/office/officeart/2005/8/layout/cycle2"/>
    <dgm:cxn modelId="{81111A37-E037-405E-9826-8424A1057E99}" type="presParOf" srcId="{C50A9E3F-23B0-431C-A4AA-3088CD7BB054}" destId="{516E1C8C-9014-4047-9579-EE5FC27E7746}" srcOrd="0" destOrd="0" presId="urn:microsoft.com/office/officeart/2005/8/layout/cycle2"/>
    <dgm:cxn modelId="{05BC673B-4390-422B-BE47-E7121E1DEDB8}" type="presParOf" srcId="{3C0E44AD-4E3B-4D20-BEC0-FFA2588F7270}" destId="{C2067854-36C2-47C7-B10B-FF0D8363458D}" srcOrd="2" destOrd="0" presId="urn:microsoft.com/office/officeart/2005/8/layout/cycle2"/>
    <dgm:cxn modelId="{C1FA2A8C-3C40-4FEE-9DFF-F0C97D1C33E6}" type="presParOf" srcId="{3C0E44AD-4E3B-4D20-BEC0-FFA2588F7270}" destId="{6D09E5A8-AB34-423E-82B2-276EFFA651CF}" srcOrd="3" destOrd="0" presId="urn:microsoft.com/office/officeart/2005/8/layout/cycle2"/>
    <dgm:cxn modelId="{268A0907-96A3-4A77-AD59-C9A6297FDA9B}" type="presParOf" srcId="{6D09E5A8-AB34-423E-82B2-276EFFA651CF}" destId="{CC0D5FA0-E0C3-4BDC-961C-5D618664CFBC}" srcOrd="0" destOrd="0" presId="urn:microsoft.com/office/officeart/2005/8/layout/cycle2"/>
    <dgm:cxn modelId="{870407A0-B7C0-42FC-86AC-228C22FB925D}" type="presParOf" srcId="{3C0E44AD-4E3B-4D20-BEC0-FFA2588F7270}" destId="{64F4F244-D766-4820-99DB-9890B44481AB}" srcOrd="4" destOrd="0" presId="urn:microsoft.com/office/officeart/2005/8/layout/cycle2"/>
    <dgm:cxn modelId="{61C8315C-5ADE-4988-903D-7855B406E61D}" type="presParOf" srcId="{3C0E44AD-4E3B-4D20-BEC0-FFA2588F7270}" destId="{F323B377-DBBC-4128-954B-6EC66AF32DFB}" srcOrd="5" destOrd="0" presId="urn:microsoft.com/office/officeart/2005/8/layout/cycle2"/>
    <dgm:cxn modelId="{A6746197-EBB7-4AB0-9D3D-404651383317}" type="presParOf" srcId="{F323B377-DBBC-4128-954B-6EC66AF32DFB}" destId="{9C3414E8-FDF7-4745-8BD5-6050ACCC78B0}" srcOrd="0" destOrd="0" presId="urn:microsoft.com/office/officeart/2005/8/layout/cycle2"/>
    <dgm:cxn modelId="{CF4E7F25-E80D-4DFE-A3AA-53D2F73CF6DB}" type="presParOf" srcId="{3C0E44AD-4E3B-4D20-BEC0-FFA2588F7270}" destId="{1E953E8B-1391-439E-B0A0-B8AC79EF8055}" srcOrd="6" destOrd="0" presId="urn:microsoft.com/office/officeart/2005/8/layout/cycle2"/>
    <dgm:cxn modelId="{411DD64D-C64C-4860-A0BD-60F97DF04E1F}" type="presParOf" srcId="{3C0E44AD-4E3B-4D20-BEC0-FFA2588F7270}" destId="{347AA138-4131-414A-85A3-60985B8BF486}" srcOrd="7" destOrd="0" presId="urn:microsoft.com/office/officeart/2005/8/layout/cycle2"/>
    <dgm:cxn modelId="{C649AEAC-725D-482E-943B-0468DD7C11C7}" type="presParOf" srcId="{347AA138-4131-414A-85A3-60985B8BF486}" destId="{3563395D-98EC-4215-ABA6-BD483B00D416}" srcOrd="0" destOrd="0" presId="urn:microsoft.com/office/officeart/2005/8/layout/cycle2"/>
    <dgm:cxn modelId="{5DD18C14-16B6-4060-AB45-A337EBA53B7F}" type="presParOf" srcId="{3C0E44AD-4E3B-4D20-BEC0-FFA2588F7270}" destId="{B56B4A04-24D6-404F-8789-B9BCA94F5328}" srcOrd="8" destOrd="0" presId="urn:microsoft.com/office/officeart/2005/8/layout/cycle2"/>
    <dgm:cxn modelId="{D98128B9-747A-4D7C-AE29-32B8A01AB27F}" type="presParOf" srcId="{3C0E44AD-4E3B-4D20-BEC0-FFA2588F7270}" destId="{71054AE8-4B22-4E33-A4E1-845B6F7F0F93}" srcOrd="9" destOrd="0" presId="urn:microsoft.com/office/officeart/2005/8/layout/cycle2"/>
    <dgm:cxn modelId="{CE58DBCD-ACE4-496F-A4B3-8EA2D3F6CCB1}" type="presParOf" srcId="{71054AE8-4B22-4E33-A4E1-845B6F7F0F93}" destId="{E7979740-61B5-44ED-A085-295A3760DA8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311F05-7564-41B6-AC79-6DDAC0550920}">
      <dsp:nvSpPr>
        <dsp:cNvPr id="0" name=""/>
        <dsp:cNvSpPr/>
      </dsp:nvSpPr>
      <dsp:spPr>
        <a:xfrm>
          <a:off x="700821" y="565"/>
          <a:ext cx="535310" cy="5353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1</a:t>
          </a:r>
        </a:p>
      </dsp:txBody>
      <dsp:txXfrm>
        <a:off x="779215" y="78959"/>
        <a:ext cx="378522" cy="378522"/>
      </dsp:txXfrm>
    </dsp:sp>
    <dsp:sp modelId="{C50A9E3F-23B0-431C-A4AA-3088CD7BB054}">
      <dsp:nvSpPr>
        <dsp:cNvPr id="0" name=""/>
        <dsp:cNvSpPr/>
      </dsp:nvSpPr>
      <dsp:spPr>
        <a:xfrm rot="2160000">
          <a:off x="1219133" y="411571"/>
          <a:ext cx="141966" cy="180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223200" y="435187"/>
        <a:ext cx="99376" cy="108401"/>
      </dsp:txXfrm>
    </dsp:sp>
    <dsp:sp modelId="{C2067854-36C2-47C7-B10B-FF0D8363458D}">
      <dsp:nvSpPr>
        <dsp:cNvPr id="0" name=""/>
        <dsp:cNvSpPr/>
      </dsp:nvSpPr>
      <dsp:spPr>
        <a:xfrm>
          <a:off x="1350602" y="472658"/>
          <a:ext cx="535310" cy="5353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2</a:t>
          </a:r>
        </a:p>
      </dsp:txBody>
      <dsp:txXfrm>
        <a:off x="1428996" y="551052"/>
        <a:ext cx="378522" cy="378522"/>
      </dsp:txXfrm>
    </dsp:sp>
    <dsp:sp modelId="{6D09E5A8-AB34-423E-82B2-276EFFA651CF}">
      <dsp:nvSpPr>
        <dsp:cNvPr id="0" name=""/>
        <dsp:cNvSpPr/>
      </dsp:nvSpPr>
      <dsp:spPr>
        <a:xfrm rot="6480000">
          <a:off x="1424418" y="1028090"/>
          <a:ext cx="141966" cy="180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1452294" y="1043970"/>
        <a:ext cx="99376" cy="108401"/>
      </dsp:txXfrm>
    </dsp:sp>
    <dsp:sp modelId="{64F4F244-D766-4820-99DB-9890B44481AB}">
      <dsp:nvSpPr>
        <dsp:cNvPr id="0" name=""/>
        <dsp:cNvSpPr/>
      </dsp:nvSpPr>
      <dsp:spPr>
        <a:xfrm>
          <a:off x="1102408" y="1236520"/>
          <a:ext cx="535310" cy="5353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3</a:t>
          </a:r>
        </a:p>
      </dsp:txBody>
      <dsp:txXfrm>
        <a:off x="1180802" y="1314914"/>
        <a:ext cx="378522" cy="378522"/>
      </dsp:txXfrm>
    </dsp:sp>
    <dsp:sp modelId="{F323B377-DBBC-4128-954B-6EC66AF32DFB}">
      <dsp:nvSpPr>
        <dsp:cNvPr id="0" name=""/>
        <dsp:cNvSpPr/>
      </dsp:nvSpPr>
      <dsp:spPr>
        <a:xfrm rot="10800000">
          <a:off x="901511" y="1413842"/>
          <a:ext cx="141966" cy="180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944101" y="1449975"/>
        <a:ext cx="99376" cy="108401"/>
      </dsp:txXfrm>
    </dsp:sp>
    <dsp:sp modelId="{1E953E8B-1391-439E-B0A0-B8AC79EF8055}">
      <dsp:nvSpPr>
        <dsp:cNvPr id="0" name=""/>
        <dsp:cNvSpPr/>
      </dsp:nvSpPr>
      <dsp:spPr>
        <a:xfrm>
          <a:off x="299235" y="1236520"/>
          <a:ext cx="535310" cy="5353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4</a:t>
          </a:r>
        </a:p>
      </dsp:txBody>
      <dsp:txXfrm>
        <a:off x="377629" y="1314914"/>
        <a:ext cx="378522" cy="378522"/>
      </dsp:txXfrm>
    </dsp:sp>
    <dsp:sp modelId="{347AA138-4131-414A-85A3-60985B8BF486}">
      <dsp:nvSpPr>
        <dsp:cNvPr id="0" name=""/>
        <dsp:cNvSpPr/>
      </dsp:nvSpPr>
      <dsp:spPr>
        <a:xfrm rot="15120000">
          <a:off x="373051" y="1035732"/>
          <a:ext cx="141966" cy="180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400927" y="1092118"/>
        <a:ext cx="99376" cy="108401"/>
      </dsp:txXfrm>
    </dsp:sp>
    <dsp:sp modelId="{B56B4A04-24D6-404F-8789-B9BCA94F5328}">
      <dsp:nvSpPr>
        <dsp:cNvPr id="0" name=""/>
        <dsp:cNvSpPr/>
      </dsp:nvSpPr>
      <dsp:spPr>
        <a:xfrm>
          <a:off x="51041" y="472658"/>
          <a:ext cx="535310" cy="5353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5</a:t>
          </a:r>
        </a:p>
      </dsp:txBody>
      <dsp:txXfrm>
        <a:off x="129435" y="551052"/>
        <a:ext cx="378522" cy="378522"/>
      </dsp:txXfrm>
    </dsp:sp>
    <dsp:sp modelId="{71054AE8-4B22-4E33-A4E1-845B6F7F0F93}">
      <dsp:nvSpPr>
        <dsp:cNvPr id="0" name=""/>
        <dsp:cNvSpPr/>
      </dsp:nvSpPr>
      <dsp:spPr>
        <a:xfrm rot="19440000">
          <a:off x="569352" y="416295"/>
          <a:ext cx="141966" cy="18066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73419" y="464945"/>
        <a:ext cx="99376" cy="108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8092-E867-4E68-9886-B0205E2A2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09C4B-0CC4-4993-9D0F-D27A49D7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D6B2-3203-48A7-85C0-06852B52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A1C-EA7F-4E6F-ABAD-D25AF2A5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37CF-1A86-42A3-A07C-D2DA7880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55BD-9E4B-40B7-8EB9-7F10B727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656E-1980-4619-BBC2-1C0AECF5F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7196B-85A7-4EE9-A037-146860D0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61C3-1137-4444-8857-E46855FE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481B-7D56-458D-9F0B-73F00649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3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5B27-DE83-4844-A575-54EE450B1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B7AB5-6E0B-4DBB-86F4-37CEA31A4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480A-0C03-4D18-BE4C-6E525B2F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B60B8-19CB-47CB-B72B-0416852A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9FE0F-A484-4EA7-8FD2-04C4B877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C114-EFA0-42E6-B430-30AD2967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B1390-1CCB-4CF0-913E-185544AF4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93107-53DE-4DCB-BE89-54BC1D44C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1A65B-5BD3-4B14-A039-5A309529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F39D9-988D-459E-B1CD-C501E6C8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68384-38C5-424B-B863-1234309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DCAC-57AB-4D6E-BC77-E5FBF27F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FAF32-0E0F-4B9B-ABF8-08957C05B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BFCF4-C2D9-425F-B022-40ACE4EA8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0780-05D2-4D96-A9D5-53484814E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4A927-7B61-40C1-92AB-688051757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B97D1-5A3B-4059-815A-340FB824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DE78E-294B-446D-8474-6BA224D5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3293A-4FD6-4428-85E0-574DF571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2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1404-108D-4FCC-8492-ACE9DCF1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FD965-28FF-4929-B0DA-92C66945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AA5E0-83C1-4CF4-880B-2CF539CB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3922-374B-4171-8BC5-F1E0F842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1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B476E-AC05-47E6-A12F-24C0D753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97C91-D4AD-4F7E-B19C-A36AC68B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8A34-EE4E-4307-B20A-F719CBC3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92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3019-6048-4EF1-8E67-3302EF95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C829-6F62-4C5B-A4FE-88D795CA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B1730-5CED-46AB-8AF2-3560B7266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798A2-8D49-4C9C-8CB7-5367A10A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09CD0-EF6C-41C7-B9BA-9FC337BD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108C-CC43-4553-B063-33D1C360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6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A4BF-7EBD-4087-A800-77CFD938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AE39C-E7E5-4536-968C-65137F387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C026E-0017-4FFD-BB30-78C5416B2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98FE5-8A1C-4192-984C-C18B093C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5DD6C-2A37-4709-B29A-446A5718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6A181-3C79-475A-8A12-7267413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4EA1-58E4-42A7-8DCA-725AFB10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0006E-D4B9-44A0-A059-EBC6CC39A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E83F-AD46-425B-A854-996B54AB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7BED7-15D0-4FA7-999F-F2D1804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3827-58FD-4965-A7A7-AB35B277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3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7E049-7767-4915-BFAD-AA6268FC1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3A7E7-6996-49F7-8B45-7C9EA3F14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E4FD6-252D-4974-83FB-A1C67096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5431-35DC-476B-ABEA-82F227DD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5E16B-5E75-4104-B122-F4472006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5371D-5B24-4F8F-B844-6B7F1584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8F94-535E-4939-99EE-30598229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EA68-1C72-4720-B1FE-ED04C5E7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A7CF-DB6C-4325-93B5-8C3F06D80356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2E32-A768-4ED6-970A-84BCB388D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13F1-F29E-45B5-BF89-6221E2F9F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1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diagramLayout" Target="../diagrams/layout1.xml"/><Relationship Id="rId7" Type="http://schemas.openxmlformats.org/officeDocument/2006/relationships/chart" Target="../charts/char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2920181" y="315964"/>
            <a:ext cx="6410632" cy="330896"/>
          </a:xfrm>
          <a:ln>
            <a:headEnd type="none"/>
            <a:tailEnd type="none"/>
          </a:ln>
        </p:spPr>
        <p:txBody>
          <a:bodyPr wrap="square">
            <a:noAutofit/>
          </a:bodyPr>
          <a:lstStyle/>
          <a:p>
            <a:pPr algn="ctr" defTabSz="914400"/>
            <a:r>
              <a:rPr sz="3000" b="1" dirty="0"/>
              <a:t>Company History</a:t>
            </a:r>
          </a:p>
        </p:txBody>
      </p:sp>
      <p:sp>
        <p:nvSpPr>
          <p:cNvPr id="3" name="TextBox3"/>
          <p:cNvSpPr txBox="1">
            <a:spLocks noChangeArrowheads="1"/>
          </p:cNvSpPr>
          <p:nvPr/>
        </p:nvSpPr>
        <p:spPr bwMode="white">
          <a:xfrm>
            <a:off x="626732" y="909107"/>
            <a:ext cx="8291125" cy="369332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dirty="0"/>
              <a:t>IMN Solutions PVT LTD is the software company, established in 1987, by George Milton. </a:t>
            </a:r>
          </a:p>
        </p:txBody>
      </p:sp>
      <p:sp>
        <p:nvSpPr>
          <p:cNvPr id="4" name="TextBox4"/>
          <p:cNvSpPr txBox="1">
            <a:spLocks noChangeArrowheads="1"/>
          </p:cNvSpPr>
          <p:nvPr/>
        </p:nvSpPr>
        <p:spPr bwMode="white">
          <a:xfrm>
            <a:off x="528411" y="1385549"/>
            <a:ext cx="5793731" cy="461665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marL="444500" indent="-444500" defTabSz="914400">
              <a:buFont typeface="Arial" panose="020B0604020202020204" pitchFamily="34" charset="0"/>
              <a:buChar char="•"/>
            </a:pPr>
            <a:r>
              <a:rPr sz="1200" dirty="0"/>
              <a:t>The company acquired the MCY corporation for </a:t>
            </a:r>
            <a:r>
              <a:rPr sz="1200" b="1" dirty="0"/>
              <a:t>20 billion dollars</a:t>
            </a:r>
            <a:r>
              <a:rPr lang="en-US" sz="1200" b="1" dirty="0"/>
              <a:t>.</a:t>
            </a:r>
            <a:endParaRPr sz="1200" dirty="0"/>
          </a:p>
          <a:p>
            <a:pPr marL="444500" indent="-444500" defTabSz="914400">
              <a:buFont typeface="Arial" panose="020B0604020202020204" pitchFamily="34" charset="0"/>
              <a:buChar char="•"/>
            </a:pPr>
            <a:r>
              <a:rPr sz="1200" dirty="0"/>
              <a:t>The company is participating in top open source projects in automation industry.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61B71DAD-E039-970F-8BAD-C7A925FACB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7020837"/>
              </p:ext>
            </p:extLst>
          </p:nvPr>
        </p:nvGraphicFramePr>
        <p:xfrm>
          <a:off x="422788" y="2019826"/>
          <a:ext cx="8094481" cy="29260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99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9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9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9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9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02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4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93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8932">
                <a:tc>
                  <a:txBody>
                    <a:bodyPr/>
                    <a:lstStyle/>
                    <a:p>
                      <a:pPr algn="ctr" defTabSz="914400"/>
                      <a:r>
                        <a:rPr sz="1200" b="1" dirty="0">
                          <a:latin typeface="Arial"/>
                        </a:rPr>
                        <a:t>Month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200" b="1" dirty="0">
                          <a:latin typeface="Arial"/>
                        </a:rPr>
                        <a:t>Product A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200" b="1" dirty="0">
                          <a:latin typeface="Arial"/>
                        </a:rPr>
                        <a:t>Product B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200" b="1" dirty="0">
                          <a:latin typeface="Arial"/>
                        </a:rPr>
                        <a:t>Product C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200" b="1" dirty="0">
                          <a:latin typeface="Arial"/>
                        </a:rPr>
                        <a:t>Product D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200" b="1" dirty="0">
                          <a:latin typeface="Arial"/>
                        </a:rPr>
                        <a:t>Product 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200" b="1" dirty="0">
                          <a:latin typeface="Arial"/>
                        </a:rPr>
                        <a:t>Product F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200" b="1" dirty="0">
                          <a:latin typeface="Arial"/>
                        </a:rPr>
                        <a:t>Average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200" b="1" dirty="0">
                          <a:latin typeface="Arial"/>
                        </a:rPr>
                        <a:t>Target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359"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Jan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4200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4700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15000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10650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35000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359"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Feb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8300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21000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15230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7230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1800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12093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18000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359"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Mar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4600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7500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13517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13200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359"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Apr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3530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13430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3550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10670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27860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5414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10742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50000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359"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May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10293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23760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10378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24857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12104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21350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17124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25460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359"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Jun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9070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8218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23480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20492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9103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12300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13777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21600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359"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Jul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23500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19230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87390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25030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11890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32507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37800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359"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Aug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30301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78356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21121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30443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23230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37075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40900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359"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Sep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14340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19403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89024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12561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27593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200" dirty="0">
                          <a:latin typeface="Arial"/>
                        </a:rPr>
                        <a:t>29800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F0AB10CB-38B3-4400-13B4-3FD64AE774FE}"/>
              </a:ext>
            </a:extLst>
          </p:cNvPr>
          <p:cNvGrpSpPr/>
          <p:nvPr/>
        </p:nvGrpSpPr>
        <p:grpSpPr>
          <a:xfrm>
            <a:off x="9832258" y="530943"/>
            <a:ext cx="1858296" cy="934064"/>
            <a:chOff x="9556955" y="530942"/>
            <a:chExt cx="2133599" cy="180594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479E184-2E56-1B80-0AC4-5B3A7F4B609C}"/>
                </a:ext>
              </a:extLst>
            </p:cNvPr>
            <p:cNvSpPr/>
            <p:nvPr/>
          </p:nvSpPr>
          <p:spPr>
            <a:xfrm>
              <a:off x="9556955" y="530942"/>
              <a:ext cx="786580" cy="6397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A626370-57D0-3C50-3D07-49AFFCA22AD3}"/>
                </a:ext>
              </a:extLst>
            </p:cNvPr>
            <p:cNvSpPr/>
            <p:nvPr/>
          </p:nvSpPr>
          <p:spPr>
            <a:xfrm>
              <a:off x="10903974" y="530942"/>
              <a:ext cx="786580" cy="71775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Star: 5 Points 8">
              <a:extLst>
                <a:ext uri="{FF2B5EF4-FFF2-40B4-BE49-F238E27FC236}">
                  <a16:creationId xmlns:a16="http://schemas.microsoft.com/office/drawing/2014/main" id="{8FE6AE18-CA6F-753F-DB17-33014162B6B8}"/>
                </a:ext>
              </a:extLst>
            </p:cNvPr>
            <p:cNvSpPr/>
            <p:nvPr/>
          </p:nvSpPr>
          <p:spPr>
            <a:xfrm>
              <a:off x="10264877" y="1619136"/>
              <a:ext cx="786580" cy="717755"/>
            </a:xfrm>
            <a:prstGeom prst="star5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1519431-49F9-550E-B045-0838D82A86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667245"/>
              </p:ext>
            </p:extLst>
          </p:nvPr>
        </p:nvGraphicFramePr>
        <p:xfrm>
          <a:off x="9832258" y="1878266"/>
          <a:ext cx="1936954" cy="1772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0E95A161-7F81-6D3F-F698-8801DCE377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9515921"/>
              </p:ext>
            </p:extLst>
          </p:nvPr>
        </p:nvGraphicFramePr>
        <p:xfrm>
          <a:off x="8726180" y="4063922"/>
          <a:ext cx="3287252" cy="23381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495EAC69-E849-EEE0-37F5-967C932D7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239935"/>
              </p:ext>
            </p:extLst>
          </p:nvPr>
        </p:nvGraphicFramePr>
        <p:xfrm>
          <a:off x="930377" y="5184724"/>
          <a:ext cx="1370371" cy="1388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8" imgW="4267058" imgH="6034757" progId="Acrobat.Document.DC">
                  <p:embed/>
                </p:oleObj>
              </mc:Choice>
              <mc:Fallback>
                <p:oleObj name="Acrobat Document" r:id="rId8" imgW="4267058" imgH="6034757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30377" y="5184724"/>
                        <a:ext cx="1370371" cy="1388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151</Words>
  <Application>Microsoft Office PowerPoint</Application>
  <PresentationFormat>Widescreen</PresentationFormat>
  <Paragraphs>100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Adobe Acrobat Document</vt:lpstr>
      <vt:lpstr>Company History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Vijayasurya Anandhan</dc:creator>
  <cp:lastModifiedBy>Karan Nagarathinam</cp:lastModifiedBy>
  <cp:revision>30</cp:revision>
  <dcterms:created xsi:type="dcterms:W3CDTF">2019-02-27T08:36:52Z</dcterms:created>
  <dcterms:modified xsi:type="dcterms:W3CDTF">2026-08-24T08:13:45Z</dcterms:modified>
</cp:coreProperties>
</file>